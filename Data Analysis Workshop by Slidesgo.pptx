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29"/>
  </p:notesMasterIdLst>
  <p:sldIdLst>
    <p:sldId id="256" r:id="rId2"/>
    <p:sldId id="258" r:id="rId3"/>
    <p:sldId id="306" r:id="rId4"/>
    <p:sldId id="263" r:id="rId5"/>
    <p:sldId id="265" r:id="rId6"/>
    <p:sldId id="259" r:id="rId7"/>
    <p:sldId id="269" r:id="rId8"/>
    <p:sldId id="336" r:id="rId9"/>
    <p:sldId id="337" r:id="rId10"/>
    <p:sldId id="309" r:id="rId11"/>
    <p:sldId id="310" r:id="rId12"/>
    <p:sldId id="315" r:id="rId13"/>
    <p:sldId id="327" r:id="rId14"/>
    <p:sldId id="282" r:id="rId15"/>
    <p:sldId id="313" r:id="rId16"/>
    <p:sldId id="325" r:id="rId17"/>
    <p:sldId id="326" r:id="rId18"/>
    <p:sldId id="314" r:id="rId19"/>
    <p:sldId id="341" r:id="rId20"/>
    <p:sldId id="312" r:id="rId21"/>
    <p:sldId id="342" r:id="rId22"/>
    <p:sldId id="338" r:id="rId23"/>
    <p:sldId id="339" r:id="rId24"/>
    <p:sldId id="340" r:id="rId25"/>
    <p:sldId id="333" r:id="rId26"/>
    <p:sldId id="311" r:id="rId27"/>
    <p:sldId id="281" r:id="rId28"/>
  </p:sldIdLst>
  <p:sldSz cx="9144000" cy="5143500" type="screen16x9"/>
  <p:notesSz cx="6858000" cy="9144000"/>
  <p:embeddedFontLst>
    <p:embeddedFont>
      <p:font typeface="Lexend" panose="020B0604020202020204" charset="0"/>
      <p:regular r:id="rId30"/>
      <p:bold r:id="rId31"/>
    </p:embeddedFont>
    <p:embeddedFont>
      <p:font typeface="Manjari" panose="020B0604020202020204" charset="0"/>
      <p:regular r:id="rId32"/>
      <p:bold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55A270B-389D-4AEE-8CE3-4B8B7074F9A4}">
  <a:tblStyle styleId="{455A270B-389D-4AEE-8CE3-4B8B7074F9A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25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1" name="Google Shape;1851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d1bf8d60a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9" name="Google Shape;1899;gd1bf8d60a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Google Shape;1915;g20f41e192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6" name="Google Shape;1916;g20f41e192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3277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gd1bf8d60a4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5" name="Google Shape;1985;gd1bf8d60a4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Google Shape;2039;gd1bf8d60a4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0" name="Google Shape;2040;gd1bf8d60a4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Google Shape;1915;g20f41e192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6" name="Google Shape;1916;g20f41e192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2104;g20f41e19245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5" name="Google Shape;2105;g20f41e19245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2104;g20f41e19245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5" name="Google Shape;2105;g20f41e19245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05409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2104;g20f41e19245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5" name="Google Shape;2105;g20f41e19245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77734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Google Shape;1915;g20f41e192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6" name="Google Shape;1916;g20f41e192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58275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Google Shape;2039;gd1bf8d60a4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0" name="Google Shape;2040;gd1bf8d60a4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59697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Google Shape;2406;g20f41e19245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7" name="Google Shape;2407;g20f41e19245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19998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Google Shape;2406;g20f41e19245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7" name="Google Shape;2407;g20f41e19245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23410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Google Shape;2406;g20f41e19245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7" name="Google Shape;2407;g20f41e19245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Google Shape;2406;g20f41e19245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7" name="Google Shape;2407;g20f41e19245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16387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Google Shape;2406;g20f41e19245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7" name="Google Shape;2407;g20f41e19245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18276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Google Shape;2406;g20f41e19245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7" name="Google Shape;2407;g20f41e19245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63187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Google Shape;2406;g20f41e19245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7" name="Google Shape;2407;g20f41e19245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87379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Google Shape;2039;gd1bf8d60a4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0" name="Google Shape;2040;gd1bf8d60a4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07904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Google Shape;2406;g20f41e19245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7" name="Google Shape;2407;g20f41e19245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45405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Google Shape;2039;gd1bf8d60a4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0" name="Google Shape;2040;gd1bf8d60a4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89597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Google Shape;2406;g20f41e19245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7" name="Google Shape;2407;g20f41e19245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87847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Google Shape;2406;g20f41e19245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7" name="Google Shape;2407;g20f41e19245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80070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Google Shape;2406;g20f41e19245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7" name="Google Shape;2407;g20f41e19245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51895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Google Shape;1915;g20f41e192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6" name="Google Shape;1916;g20f41e192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36282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Google Shape;1915;g20f41e192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6" name="Google Shape;1916;g20f41e192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4330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gd1bf8d60a4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7" name="Google Shape;2387;gd1bf8d60a4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4718095" y="472054"/>
            <a:ext cx="101875" cy="134875"/>
            <a:chOff x="3928495" y="333391"/>
            <a:chExt cx="101875" cy="134875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3928495" y="379241"/>
              <a:ext cx="44700" cy="42600"/>
              <a:chOff x="3928495" y="379241"/>
              <a:chExt cx="44700" cy="42600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3985670" y="425666"/>
              <a:ext cx="44700" cy="42600"/>
              <a:chOff x="3928495" y="379241"/>
              <a:chExt cx="44700" cy="42600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" name="Google Shape;17;p2"/>
            <p:cNvGrpSpPr/>
            <p:nvPr/>
          </p:nvGrpSpPr>
          <p:grpSpPr>
            <a:xfrm>
              <a:off x="3985670" y="333391"/>
              <a:ext cx="44700" cy="42600"/>
              <a:chOff x="3928495" y="379241"/>
              <a:chExt cx="44700" cy="42600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" name="Google Shape;20;p2"/>
          <p:cNvGrpSpPr/>
          <p:nvPr/>
        </p:nvGrpSpPr>
        <p:grpSpPr>
          <a:xfrm>
            <a:off x="202343" y="-216228"/>
            <a:ext cx="8657567" cy="5537627"/>
            <a:chOff x="202343" y="-216228"/>
            <a:chExt cx="8657567" cy="5537627"/>
          </a:xfrm>
        </p:grpSpPr>
        <p:grpSp>
          <p:nvGrpSpPr>
            <p:cNvPr id="21" name="Google Shape;21;p2"/>
            <p:cNvGrpSpPr/>
            <p:nvPr/>
          </p:nvGrpSpPr>
          <p:grpSpPr>
            <a:xfrm>
              <a:off x="495055" y="4312458"/>
              <a:ext cx="2156910" cy="506908"/>
              <a:chOff x="4891825" y="3495059"/>
              <a:chExt cx="1351193" cy="317552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" name="Google Shape;28;p2"/>
            <p:cNvGrpSpPr/>
            <p:nvPr/>
          </p:nvGrpSpPr>
          <p:grpSpPr>
            <a:xfrm>
              <a:off x="8328721" y="-57203"/>
              <a:ext cx="204128" cy="1115878"/>
              <a:chOff x="6605329" y="191675"/>
              <a:chExt cx="127876" cy="699040"/>
            </a:xfrm>
          </p:grpSpPr>
          <p:sp>
            <p:nvSpPr>
              <p:cNvPr id="29" name="Google Shape;29;p2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" name="Google Shape;31;p2"/>
            <p:cNvGrpSpPr/>
            <p:nvPr/>
          </p:nvGrpSpPr>
          <p:grpSpPr>
            <a:xfrm>
              <a:off x="4148615" y="-158755"/>
              <a:ext cx="1493520" cy="615774"/>
              <a:chOff x="5301012" y="396272"/>
              <a:chExt cx="935614" cy="385751"/>
            </a:xfrm>
          </p:grpSpPr>
          <p:sp>
            <p:nvSpPr>
              <p:cNvPr id="32" name="Google Shape;32;p2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" name="Google Shape;35;p2"/>
            <p:cNvGrpSpPr/>
            <p:nvPr/>
          </p:nvGrpSpPr>
          <p:grpSpPr>
            <a:xfrm>
              <a:off x="983733" y="132957"/>
              <a:ext cx="1064856" cy="813093"/>
              <a:chOff x="3843246" y="357910"/>
              <a:chExt cx="667078" cy="509361"/>
            </a:xfrm>
          </p:grpSpPr>
          <p:sp>
            <p:nvSpPr>
              <p:cNvPr id="36" name="Google Shape;36;p2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" name="Google Shape;39;p2"/>
            <p:cNvGrpSpPr/>
            <p:nvPr/>
          </p:nvGrpSpPr>
          <p:grpSpPr>
            <a:xfrm>
              <a:off x="202343" y="-216228"/>
              <a:ext cx="1337026" cy="826702"/>
              <a:chOff x="3421261" y="191675"/>
              <a:chExt cx="837578" cy="517886"/>
            </a:xfrm>
          </p:grpSpPr>
          <p:sp>
            <p:nvSpPr>
              <p:cNvPr id="40" name="Google Shape;40;p2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" name="Google Shape;42;p2"/>
            <p:cNvGrpSpPr/>
            <p:nvPr/>
          </p:nvGrpSpPr>
          <p:grpSpPr>
            <a:xfrm>
              <a:off x="8240578" y="3983385"/>
              <a:ext cx="619332" cy="1338013"/>
              <a:chOff x="6850421" y="775628"/>
              <a:chExt cx="398541" cy="861012"/>
            </a:xfrm>
          </p:grpSpPr>
          <p:sp>
            <p:nvSpPr>
              <p:cNvPr id="43" name="Google Shape;43;p2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" name="Google Shape;46;p2"/>
            <p:cNvGrpSpPr/>
            <p:nvPr/>
          </p:nvGrpSpPr>
          <p:grpSpPr>
            <a:xfrm>
              <a:off x="4718095" y="4438582"/>
              <a:ext cx="1064856" cy="813093"/>
              <a:chOff x="3843246" y="357910"/>
              <a:chExt cx="667078" cy="509361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" name="Google Shape;50;p2"/>
          <p:cNvGrpSpPr/>
          <p:nvPr/>
        </p:nvGrpSpPr>
        <p:grpSpPr>
          <a:xfrm>
            <a:off x="538050" y="4042437"/>
            <a:ext cx="445675" cy="119073"/>
            <a:chOff x="3578973" y="2550931"/>
            <a:chExt cx="279193" cy="74593"/>
          </a:xfrm>
        </p:grpSpPr>
        <p:sp>
          <p:nvSpPr>
            <p:cNvPr id="51" name="Google Shape;51;p2"/>
            <p:cNvSpPr/>
            <p:nvPr/>
          </p:nvSpPr>
          <p:spPr>
            <a:xfrm>
              <a:off x="357897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4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363651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369832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" y="35"/>
                  </a:moveTo>
                  <a:lnTo>
                    <a:pt x="20" y="17"/>
                  </a:lnTo>
                  <a:lnTo>
                    <a:pt x="2" y="0"/>
                  </a:lnTo>
                  <a:lnTo>
                    <a:pt x="0" y="3"/>
                  </a:lnTo>
                  <a:lnTo>
                    <a:pt x="13" y="17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2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755867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3813410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4" y="35"/>
                  </a:moveTo>
                  <a:lnTo>
                    <a:pt x="21" y="17"/>
                  </a:lnTo>
                  <a:lnTo>
                    <a:pt x="4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4" y="35"/>
                  </a:lnTo>
                  <a:lnTo>
                    <a:pt x="4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357897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4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63651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369832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" y="35"/>
                  </a:moveTo>
                  <a:lnTo>
                    <a:pt x="20" y="17"/>
                  </a:lnTo>
                  <a:lnTo>
                    <a:pt x="2" y="0"/>
                  </a:lnTo>
                  <a:lnTo>
                    <a:pt x="0" y="3"/>
                  </a:lnTo>
                  <a:lnTo>
                    <a:pt x="13" y="17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2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755867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3813410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4" y="35"/>
                  </a:moveTo>
                  <a:lnTo>
                    <a:pt x="21" y="17"/>
                  </a:lnTo>
                  <a:lnTo>
                    <a:pt x="4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4" y="35"/>
                  </a:lnTo>
                  <a:lnTo>
                    <a:pt x="4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" name="Google Shape;61;p2"/>
          <p:cNvGrpSpPr/>
          <p:nvPr/>
        </p:nvGrpSpPr>
        <p:grpSpPr>
          <a:xfrm>
            <a:off x="7203137" y="4819370"/>
            <a:ext cx="656605" cy="119073"/>
            <a:chOff x="6468929" y="3844579"/>
            <a:chExt cx="411329" cy="74593"/>
          </a:xfrm>
        </p:grpSpPr>
        <p:sp>
          <p:nvSpPr>
            <p:cNvPr id="62" name="Google Shape;62;p2"/>
            <p:cNvSpPr/>
            <p:nvPr/>
          </p:nvSpPr>
          <p:spPr>
            <a:xfrm>
              <a:off x="6814190" y="3848841"/>
              <a:ext cx="66069" cy="66068"/>
            </a:xfrm>
            <a:custGeom>
              <a:avLst/>
              <a:gdLst/>
              <a:ahLst/>
              <a:cxnLst/>
              <a:rect l="l" t="t" r="r" b="b"/>
              <a:pathLst>
                <a:path w="29" h="29" extrusionOk="0">
                  <a:moveTo>
                    <a:pt x="2" y="14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22"/>
                    <a:pt x="7" y="29"/>
                    <a:pt x="14" y="29"/>
                  </a:cubicBezTo>
                  <a:cubicBezTo>
                    <a:pt x="22" y="29"/>
                    <a:pt x="29" y="22"/>
                    <a:pt x="29" y="14"/>
                  </a:cubicBezTo>
                  <a:cubicBezTo>
                    <a:pt x="29" y="6"/>
                    <a:pt x="22" y="0"/>
                    <a:pt x="14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9"/>
                    <a:pt x="9" y="4"/>
                    <a:pt x="14" y="4"/>
                  </a:cubicBezTo>
                  <a:cubicBezTo>
                    <a:pt x="20" y="4"/>
                    <a:pt x="25" y="9"/>
                    <a:pt x="25" y="14"/>
                  </a:cubicBezTo>
                  <a:cubicBezTo>
                    <a:pt x="25" y="20"/>
                    <a:pt x="20" y="25"/>
                    <a:pt x="14" y="25"/>
                  </a:cubicBezTo>
                  <a:cubicBezTo>
                    <a:pt x="9" y="25"/>
                    <a:pt x="4" y="20"/>
                    <a:pt x="4" y="14"/>
                  </a:cubicBezTo>
                  <a:lnTo>
                    <a:pt x="2" y="1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6475324" y="3876548"/>
              <a:ext cx="343130" cy="8525"/>
            </a:xfrm>
            <a:custGeom>
              <a:avLst/>
              <a:gdLst/>
              <a:ahLst/>
              <a:cxnLst/>
              <a:rect l="l" t="t" r="r" b="b"/>
              <a:pathLst>
                <a:path w="161" h="4" extrusionOk="0">
                  <a:moveTo>
                    <a:pt x="161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161" y="4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6468929" y="3844579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" name="Google Shape;65;p2"/>
          <p:cNvGrpSpPr/>
          <p:nvPr/>
        </p:nvGrpSpPr>
        <p:grpSpPr>
          <a:xfrm>
            <a:off x="-871550" y="-1016375"/>
            <a:ext cx="10667200" cy="7297950"/>
            <a:chOff x="-871550" y="-1016375"/>
            <a:chExt cx="10667200" cy="7297950"/>
          </a:xfrm>
        </p:grpSpPr>
        <p:sp>
          <p:nvSpPr>
            <p:cNvPr id="66" name="Google Shape;66;p2"/>
            <p:cNvSpPr/>
            <p:nvPr/>
          </p:nvSpPr>
          <p:spPr>
            <a:xfrm>
              <a:off x="-387625" y="18643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871550" y="21107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 rot="5400000">
              <a:off x="2350025" y="551987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 rot="5400000">
              <a:off x="5393950" y="-3608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 rot="10800000">
              <a:off x="7894525" y="35318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 rot="10800000">
              <a:off x="8378450" y="32854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sp>
        <p:nvSpPr>
          <p:cNvPr id="72" name="Google Shape;72;p2"/>
          <p:cNvSpPr txBox="1">
            <a:spLocks noGrp="1"/>
          </p:cNvSpPr>
          <p:nvPr>
            <p:ph type="ctrTitle"/>
          </p:nvPr>
        </p:nvSpPr>
        <p:spPr>
          <a:xfrm>
            <a:off x="1940848" y="1481275"/>
            <a:ext cx="5262300" cy="158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2"/>
          <p:cNvSpPr txBox="1">
            <a:spLocks noGrp="1"/>
          </p:cNvSpPr>
          <p:nvPr>
            <p:ph type="subTitle" idx="1"/>
          </p:nvPr>
        </p:nvSpPr>
        <p:spPr>
          <a:xfrm>
            <a:off x="1940825" y="3117900"/>
            <a:ext cx="52623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3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" name="Google Shape;76;p3"/>
          <p:cNvGrpSpPr/>
          <p:nvPr/>
        </p:nvGrpSpPr>
        <p:grpSpPr>
          <a:xfrm>
            <a:off x="-871550" y="-1016375"/>
            <a:ext cx="11081975" cy="6703400"/>
            <a:chOff x="-871550" y="-1016375"/>
            <a:chExt cx="11081975" cy="6703400"/>
          </a:xfrm>
        </p:grpSpPr>
        <p:sp>
          <p:nvSpPr>
            <p:cNvPr id="77" name="Google Shape;77;p3"/>
            <p:cNvSpPr/>
            <p:nvPr/>
          </p:nvSpPr>
          <p:spPr>
            <a:xfrm>
              <a:off x="-387625" y="19141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-871550" y="216061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9" name="Google Shape;79;p3"/>
            <p:cNvSpPr/>
            <p:nvPr/>
          </p:nvSpPr>
          <p:spPr>
            <a:xfrm rot="5400000">
              <a:off x="-109850" y="49253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0" name="Google Shape;80;p3"/>
            <p:cNvSpPr/>
            <p:nvPr/>
          </p:nvSpPr>
          <p:spPr>
            <a:xfrm rot="5400000">
              <a:off x="5393950" y="-3608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1" name="Google Shape;81;p3"/>
            <p:cNvSpPr/>
            <p:nvPr/>
          </p:nvSpPr>
          <p:spPr>
            <a:xfrm rot="10800000">
              <a:off x="8309300" y="35318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2" name="Google Shape;82;p3"/>
            <p:cNvSpPr/>
            <p:nvPr/>
          </p:nvSpPr>
          <p:spPr>
            <a:xfrm rot="10800000">
              <a:off x="8793225" y="32854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83" name="Google Shape;83;p3"/>
          <p:cNvGrpSpPr/>
          <p:nvPr/>
        </p:nvGrpSpPr>
        <p:grpSpPr>
          <a:xfrm>
            <a:off x="744821" y="-576378"/>
            <a:ext cx="8262669" cy="6318414"/>
            <a:chOff x="744821" y="-576378"/>
            <a:chExt cx="8262669" cy="6318414"/>
          </a:xfrm>
        </p:grpSpPr>
        <p:grpSp>
          <p:nvGrpSpPr>
            <p:cNvPr id="84" name="Google Shape;84;p3"/>
            <p:cNvGrpSpPr/>
            <p:nvPr/>
          </p:nvGrpSpPr>
          <p:grpSpPr>
            <a:xfrm>
              <a:off x="6850580" y="4492208"/>
              <a:ext cx="2156910" cy="506908"/>
              <a:chOff x="4891825" y="3495059"/>
              <a:chExt cx="1351193" cy="317552"/>
            </a:xfrm>
          </p:grpSpPr>
          <p:sp>
            <p:nvSpPr>
              <p:cNvPr id="85" name="Google Shape;85;p3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44821" y="-576378"/>
              <a:ext cx="204128" cy="1115878"/>
              <a:chOff x="6605329" y="191675"/>
              <a:chExt cx="127876" cy="69904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" name="Google Shape;94;p3"/>
            <p:cNvGrpSpPr/>
            <p:nvPr/>
          </p:nvGrpSpPr>
          <p:grpSpPr>
            <a:xfrm>
              <a:off x="1204715" y="-158755"/>
              <a:ext cx="1493520" cy="615774"/>
              <a:chOff x="5301012" y="396272"/>
              <a:chExt cx="935614" cy="385751"/>
            </a:xfrm>
          </p:grpSpPr>
          <p:sp>
            <p:nvSpPr>
              <p:cNvPr id="95" name="Google Shape;95;p3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3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" name="Google Shape;98;p3"/>
            <p:cNvGrpSpPr/>
            <p:nvPr/>
          </p:nvGrpSpPr>
          <p:grpSpPr>
            <a:xfrm>
              <a:off x="7838933" y="159032"/>
              <a:ext cx="1064856" cy="813093"/>
              <a:chOff x="3843246" y="357910"/>
              <a:chExt cx="667078" cy="509361"/>
            </a:xfrm>
          </p:grpSpPr>
          <p:sp>
            <p:nvSpPr>
              <p:cNvPr id="99" name="Google Shape;99;p3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3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" name="Google Shape;102;p3"/>
            <p:cNvGrpSpPr/>
            <p:nvPr/>
          </p:nvGrpSpPr>
          <p:grpSpPr>
            <a:xfrm>
              <a:off x="7099018" y="-57203"/>
              <a:ext cx="1337026" cy="826702"/>
              <a:chOff x="3421261" y="191675"/>
              <a:chExt cx="837578" cy="517886"/>
            </a:xfrm>
          </p:grpSpPr>
          <p:sp>
            <p:nvSpPr>
              <p:cNvPr id="103" name="Google Shape;103;p3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3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" name="Google Shape;105;p3"/>
            <p:cNvGrpSpPr/>
            <p:nvPr/>
          </p:nvGrpSpPr>
          <p:grpSpPr>
            <a:xfrm flipH="1">
              <a:off x="1029578" y="4404023"/>
              <a:ext cx="619332" cy="1338013"/>
              <a:chOff x="6850421" y="775628"/>
              <a:chExt cx="398541" cy="861012"/>
            </a:xfrm>
          </p:grpSpPr>
          <p:sp>
            <p:nvSpPr>
              <p:cNvPr id="106" name="Google Shape;106;p3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3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3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" name="Google Shape;109;p3"/>
            <p:cNvGrpSpPr/>
            <p:nvPr/>
          </p:nvGrpSpPr>
          <p:grpSpPr>
            <a:xfrm>
              <a:off x="4984595" y="4666482"/>
              <a:ext cx="1064856" cy="813093"/>
              <a:chOff x="3843246" y="357910"/>
              <a:chExt cx="667078" cy="509361"/>
            </a:xfrm>
          </p:grpSpPr>
          <p:sp>
            <p:nvSpPr>
              <p:cNvPr id="110" name="Google Shape;110;p3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3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3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3" name="Google Shape;113;p3"/>
          <p:cNvGrpSpPr/>
          <p:nvPr/>
        </p:nvGrpSpPr>
        <p:grpSpPr>
          <a:xfrm>
            <a:off x="2046988" y="4799750"/>
            <a:ext cx="130200" cy="126125"/>
            <a:chOff x="3935725" y="167575"/>
            <a:chExt cx="130200" cy="126125"/>
          </a:xfrm>
        </p:grpSpPr>
        <p:sp>
          <p:nvSpPr>
            <p:cNvPr id="114" name="Google Shape;114;p3"/>
            <p:cNvSpPr/>
            <p:nvPr/>
          </p:nvSpPr>
          <p:spPr>
            <a:xfrm>
              <a:off x="3935725" y="1675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4000825" y="2017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3935725" y="237300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17" name="Google Shape;117;p3"/>
          <p:cNvGrpSpPr/>
          <p:nvPr/>
        </p:nvGrpSpPr>
        <p:grpSpPr>
          <a:xfrm>
            <a:off x="8845345" y="4235716"/>
            <a:ext cx="101875" cy="134875"/>
            <a:chOff x="3928495" y="333391"/>
            <a:chExt cx="101875" cy="134875"/>
          </a:xfrm>
        </p:grpSpPr>
        <p:grpSp>
          <p:nvGrpSpPr>
            <p:cNvPr id="118" name="Google Shape;118;p3"/>
            <p:cNvGrpSpPr/>
            <p:nvPr/>
          </p:nvGrpSpPr>
          <p:grpSpPr>
            <a:xfrm>
              <a:off x="3928495" y="379241"/>
              <a:ext cx="44700" cy="42600"/>
              <a:chOff x="3928495" y="379241"/>
              <a:chExt cx="44700" cy="42600"/>
            </a:xfrm>
          </p:grpSpPr>
          <p:sp>
            <p:nvSpPr>
              <p:cNvPr id="119" name="Google Shape;119;p3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3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1" name="Google Shape;121;p3"/>
            <p:cNvGrpSpPr/>
            <p:nvPr/>
          </p:nvGrpSpPr>
          <p:grpSpPr>
            <a:xfrm>
              <a:off x="3985670" y="425666"/>
              <a:ext cx="44700" cy="42600"/>
              <a:chOff x="3928495" y="379241"/>
              <a:chExt cx="44700" cy="42600"/>
            </a:xfrm>
          </p:grpSpPr>
          <p:sp>
            <p:nvSpPr>
              <p:cNvPr id="122" name="Google Shape;122;p3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3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" name="Google Shape;124;p3"/>
            <p:cNvGrpSpPr/>
            <p:nvPr/>
          </p:nvGrpSpPr>
          <p:grpSpPr>
            <a:xfrm>
              <a:off x="3985670" y="333391"/>
              <a:ext cx="44700" cy="42600"/>
              <a:chOff x="3928495" y="379241"/>
              <a:chExt cx="44700" cy="42600"/>
            </a:xfrm>
          </p:grpSpPr>
          <p:sp>
            <p:nvSpPr>
              <p:cNvPr id="125" name="Google Shape;125;p3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3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7" name="Google Shape;127;p3"/>
          <p:cNvGrpSpPr/>
          <p:nvPr/>
        </p:nvGrpSpPr>
        <p:grpSpPr>
          <a:xfrm>
            <a:off x="133075" y="1443037"/>
            <a:ext cx="445675" cy="119073"/>
            <a:chOff x="3578973" y="2550931"/>
            <a:chExt cx="279193" cy="74593"/>
          </a:xfrm>
        </p:grpSpPr>
        <p:sp>
          <p:nvSpPr>
            <p:cNvPr id="128" name="Google Shape;128;p3"/>
            <p:cNvSpPr/>
            <p:nvPr/>
          </p:nvSpPr>
          <p:spPr>
            <a:xfrm>
              <a:off x="357897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4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363651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369832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" y="35"/>
                  </a:moveTo>
                  <a:lnTo>
                    <a:pt x="20" y="17"/>
                  </a:lnTo>
                  <a:lnTo>
                    <a:pt x="2" y="0"/>
                  </a:lnTo>
                  <a:lnTo>
                    <a:pt x="0" y="3"/>
                  </a:lnTo>
                  <a:lnTo>
                    <a:pt x="13" y="17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2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3755867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3813410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4" y="35"/>
                  </a:moveTo>
                  <a:lnTo>
                    <a:pt x="21" y="17"/>
                  </a:lnTo>
                  <a:lnTo>
                    <a:pt x="4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4" y="35"/>
                  </a:lnTo>
                  <a:lnTo>
                    <a:pt x="4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357897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4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363651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369832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" y="35"/>
                  </a:moveTo>
                  <a:lnTo>
                    <a:pt x="20" y="17"/>
                  </a:lnTo>
                  <a:lnTo>
                    <a:pt x="2" y="0"/>
                  </a:lnTo>
                  <a:lnTo>
                    <a:pt x="0" y="3"/>
                  </a:lnTo>
                  <a:lnTo>
                    <a:pt x="13" y="17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2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3755867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3813410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4" y="35"/>
                  </a:moveTo>
                  <a:lnTo>
                    <a:pt x="21" y="17"/>
                  </a:lnTo>
                  <a:lnTo>
                    <a:pt x="4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4" y="35"/>
                  </a:lnTo>
                  <a:lnTo>
                    <a:pt x="4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p3"/>
          <p:cNvGrpSpPr/>
          <p:nvPr/>
        </p:nvGrpSpPr>
        <p:grpSpPr>
          <a:xfrm>
            <a:off x="6850575" y="293088"/>
            <a:ext cx="130200" cy="126125"/>
            <a:chOff x="3935725" y="167575"/>
            <a:chExt cx="130200" cy="126125"/>
          </a:xfrm>
        </p:grpSpPr>
        <p:sp>
          <p:nvSpPr>
            <p:cNvPr id="139" name="Google Shape;139;p3"/>
            <p:cNvSpPr/>
            <p:nvPr/>
          </p:nvSpPr>
          <p:spPr>
            <a:xfrm>
              <a:off x="3935725" y="1675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4000825" y="2017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3935725" y="237300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sp>
        <p:nvSpPr>
          <p:cNvPr id="142" name="Google Shape;142;p3"/>
          <p:cNvSpPr txBox="1">
            <a:spLocks noGrp="1"/>
          </p:cNvSpPr>
          <p:nvPr>
            <p:ph type="title"/>
          </p:nvPr>
        </p:nvSpPr>
        <p:spPr>
          <a:xfrm>
            <a:off x="1653000" y="2440950"/>
            <a:ext cx="5838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3" name="Google Shape;143;p3"/>
          <p:cNvSpPr txBox="1">
            <a:spLocks noGrp="1"/>
          </p:cNvSpPr>
          <p:nvPr>
            <p:ph type="title" idx="2" hasCustomPrompt="1"/>
          </p:nvPr>
        </p:nvSpPr>
        <p:spPr>
          <a:xfrm>
            <a:off x="3720750" y="1181250"/>
            <a:ext cx="1702500" cy="10380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4" name="Google Shape;144;p3"/>
          <p:cNvSpPr txBox="1">
            <a:spLocks noGrp="1"/>
          </p:cNvSpPr>
          <p:nvPr>
            <p:ph type="subTitle" idx="1"/>
          </p:nvPr>
        </p:nvSpPr>
        <p:spPr>
          <a:xfrm>
            <a:off x="1653000" y="3227290"/>
            <a:ext cx="58380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8" name="Google Shape;668;p13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70" name="Google Shape;670;p13"/>
          <p:cNvSpPr txBox="1">
            <a:spLocks noGrp="1"/>
          </p:cNvSpPr>
          <p:nvPr>
            <p:ph type="subTitle" idx="1"/>
          </p:nvPr>
        </p:nvSpPr>
        <p:spPr>
          <a:xfrm>
            <a:off x="1806625" y="1991288"/>
            <a:ext cx="257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1" name="Google Shape;671;p13"/>
          <p:cNvSpPr txBox="1">
            <a:spLocks noGrp="1"/>
          </p:cNvSpPr>
          <p:nvPr>
            <p:ph type="subTitle" idx="2"/>
          </p:nvPr>
        </p:nvSpPr>
        <p:spPr>
          <a:xfrm>
            <a:off x="5665400" y="1991288"/>
            <a:ext cx="257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2" name="Google Shape;672;p13"/>
          <p:cNvSpPr txBox="1">
            <a:spLocks noGrp="1"/>
          </p:cNvSpPr>
          <p:nvPr>
            <p:ph type="subTitle" idx="3"/>
          </p:nvPr>
        </p:nvSpPr>
        <p:spPr>
          <a:xfrm>
            <a:off x="1806625" y="3706238"/>
            <a:ext cx="257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3" name="Google Shape;673;p13"/>
          <p:cNvSpPr txBox="1">
            <a:spLocks noGrp="1"/>
          </p:cNvSpPr>
          <p:nvPr>
            <p:ph type="subTitle" idx="4"/>
          </p:nvPr>
        </p:nvSpPr>
        <p:spPr>
          <a:xfrm>
            <a:off x="5665400" y="3706238"/>
            <a:ext cx="257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4" name="Google Shape;674;p13"/>
          <p:cNvSpPr txBox="1">
            <a:spLocks noGrp="1"/>
          </p:cNvSpPr>
          <p:nvPr>
            <p:ph type="title" idx="5" hasCustomPrompt="1"/>
          </p:nvPr>
        </p:nvSpPr>
        <p:spPr>
          <a:xfrm>
            <a:off x="901087" y="1440375"/>
            <a:ext cx="820500" cy="640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5" name="Google Shape;675;p13"/>
          <p:cNvSpPr txBox="1">
            <a:spLocks noGrp="1"/>
          </p:cNvSpPr>
          <p:nvPr>
            <p:ph type="title" idx="6" hasCustomPrompt="1"/>
          </p:nvPr>
        </p:nvSpPr>
        <p:spPr>
          <a:xfrm>
            <a:off x="901087" y="3155327"/>
            <a:ext cx="820500" cy="640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6" name="Google Shape;676;p13"/>
          <p:cNvSpPr txBox="1">
            <a:spLocks noGrp="1"/>
          </p:cNvSpPr>
          <p:nvPr>
            <p:ph type="title" idx="7" hasCustomPrompt="1"/>
          </p:nvPr>
        </p:nvSpPr>
        <p:spPr>
          <a:xfrm>
            <a:off x="4759861" y="1440375"/>
            <a:ext cx="820500" cy="640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7" name="Google Shape;677;p13"/>
          <p:cNvSpPr txBox="1">
            <a:spLocks noGrp="1"/>
          </p:cNvSpPr>
          <p:nvPr>
            <p:ph type="title" idx="8" hasCustomPrompt="1"/>
          </p:nvPr>
        </p:nvSpPr>
        <p:spPr>
          <a:xfrm>
            <a:off x="4759861" y="3155331"/>
            <a:ext cx="820500" cy="640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8" name="Google Shape;678;p13"/>
          <p:cNvSpPr txBox="1">
            <a:spLocks noGrp="1"/>
          </p:cNvSpPr>
          <p:nvPr>
            <p:ph type="subTitle" idx="9"/>
          </p:nvPr>
        </p:nvSpPr>
        <p:spPr>
          <a:xfrm>
            <a:off x="1806638" y="1256675"/>
            <a:ext cx="2570100" cy="8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679" name="Google Shape;679;p13"/>
          <p:cNvSpPr txBox="1">
            <a:spLocks noGrp="1"/>
          </p:cNvSpPr>
          <p:nvPr>
            <p:ph type="subTitle" idx="13"/>
          </p:nvPr>
        </p:nvSpPr>
        <p:spPr>
          <a:xfrm>
            <a:off x="5665413" y="1256675"/>
            <a:ext cx="2570100" cy="8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680" name="Google Shape;680;p13"/>
          <p:cNvSpPr txBox="1">
            <a:spLocks noGrp="1"/>
          </p:cNvSpPr>
          <p:nvPr>
            <p:ph type="subTitle" idx="14"/>
          </p:nvPr>
        </p:nvSpPr>
        <p:spPr>
          <a:xfrm>
            <a:off x="1806638" y="2971525"/>
            <a:ext cx="2570100" cy="8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681" name="Google Shape;681;p13"/>
          <p:cNvSpPr txBox="1">
            <a:spLocks noGrp="1"/>
          </p:cNvSpPr>
          <p:nvPr>
            <p:ph type="subTitle" idx="15"/>
          </p:nvPr>
        </p:nvSpPr>
        <p:spPr>
          <a:xfrm>
            <a:off x="5665413" y="2971525"/>
            <a:ext cx="2570100" cy="8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grpSp>
        <p:nvGrpSpPr>
          <p:cNvPr id="682" name="Google Shape;682;p13"/>
          <p:cNvGrpSpPr/>
          <p:nvPr/>
        </p:nvGrpSpPr>
        <p:grpSpPr>
          <a:xfrm>
            <a:off x="362675" y="223138"/>
            <a:ext cx="8584545" cy="4702738"/>
            <a:chOff x="362675" y="223138"/>
            <a:chExt cx="8584545" cy="4702738"/>
          </a:xfrm>
        </p:grpSpPr>
        <p:grpSp>
          <p:nvGrpSpPr>
            <p:cNvPr id="683" name="Google Shape;683;p13"/>
            <p:cNvGrpSpPr/>
            <p:nvPr/>
          </p:nvGrpSpPr>
          <p:grpSpPr>
            <a:xfrm>
              <a:off x="362675" y="793000"/>
              <a:ext cx="130200" cy="126125"/>
              <a:chOff x="3935725" y="167575"/>
              <a:chExt cx="130200" cy="126125"/>
            </a:xfrm>
          </p:grpSpPr>
          <p:sp>
            <p:nvSpPr>
              <p:cNvPr id="684" name="Google Shape;684;p13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85" name="Google Shape;685;p13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86" name="Google Shape;686;p13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687" name="Google Shape;687;p13"/>
            <p:cNvGrpSpPr/>
            <p:nvPr/>
          </p:nvGrpSpPr>
          <p:grpSpPr>
            <a:xfrm>
              <a:off x="2046988" y="4799750"/>
              <a:ext cx="130200" cy="126125"/>
              <a:chOff x="3935725" y="167575"/>
              <a:chExt cx="130200" cy="126125"/>
            </a:xfrm>
          </p:grpSpPr>
          <p:sp>
            <p:nvSpPr>
              <p:cNvPr id="688" name="Google Shape;688;p13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89" name="Google Shape;689;p13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90" name="Google Shape;690;p13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691" name="Google Shape;691;p13"/>
            <p:cNvGrpSpPr/>
            <p:nvPr/>
          </p:nvGrpSpPr>
          <p:grpSpPr>
            <a:xfrm>
              <a:off x="8845345" y="4235716"/>
              <a:ext cx="101875" cy="134875"/>
              <a:chOff x="3928495" y="333391"/>
              <a:chExt cx="101875" cy="134875"/>
            </a:xfrm>
          </p:grpSpPr>
          <p:grpSp>
            <p:nvGrpSpPr>
              <p:cNvPr id="692" name="Google Shape;692;p13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693" name="Google Shape;693;p13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4" name="Google Shape;694;p13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95" name="Google Shape;695;p13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696" name="Google Shape;696;p13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7" name="Google Shape;697;p13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98" name="Google Shape;698;p13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699" name="Google Shape;699;p13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13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01" name="Google Shape;701;p13"/>
            <p:cNvGrpSpPr/>
            <p:nvPr/>
          </p:nvGrpSpPr>
          <p:grpSpPr>
            <a:xfrm>
              <a:off x="6507442" y="4803287"/>
              <a:ext cx="449076" cy="119073"/>
              <a:chOff x="7108302" y="2550931"/>
              <a:chExt cx="281323" cy="74593"/>
            </a:xfrm>
          </p:grpSpPr>
          <p:sp>
            <p:nvSpPr>
              <p:cNvPr id="702" name="Google Shape;702;p13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13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13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13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13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13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13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13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10;p13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" name="Google Shape;711;p13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2" name="Google Shape;712;p13"/>
            <p:cNvGrpSpPr/>
            <p:nvPr/>
          </p:nvGrpSpPr>
          <p:grpSpPr>
            <a:xfrm>
              <a:off x="1667825" y="233212"/>
              <a:ext cx="445675" cy="119073"/>
              <a:chOff x="3578973" y="2550931"/>
              <a:chExt cx="279193" cy="74593"/>
            </a:xfrm>
          </p:grpSpPr>
          <p:sp>
            <p:nvSpPr>
              <p:cNvPr id="713" name="Google Shape;713;p13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13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13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13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13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13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13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13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13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13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3" name="Google Shape;723;p13"/>
            <p:cNvGrpSpPr/>
            <p:nvPr/>
          </p:nvGrpSpPr>
          <p:grpSpPr>
            <a:xfrm>
              <a:off x="8193600" y="223138"/>
              <a:ext cx="130200" cy="126125"/>
              <a:chOff x="3935725" y="167575"/>
              <a:chExt cx="130200" cy="126125"/>
            </a:xfrm>
          </p:grpSpPr>
          <p:sp>
            <p:nvSpPr>
              <p:cNvPr id="724" name="Google Shape;724;p13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725" name="Google Shape;725;p13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726" name="Google Shape;726;p13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</p:grpSp>
      <p:grpSp>
        <p:nvGrpSpPr>
          <p:cNvPr id="727" name="Google Shape;727;p13"/>
          <p:cNvGrpSpPr/>
          <p:nvPr/>
        </p:nvGrpSpPr>
        <p:grpSpPr>
          <a:xfrm>
            <a:off x="-1125950" y="-1116990"/>
            <a:ext cx="11388500" cy="7417815"/>
            <a:chOff x="-1125950" y="-1116990"/>
            <a:chExt cx="11388500" cy="7417815"/>
          </a:xfrm>
        </p:grpSpPr>
        <p:sp>
          <p:nvSpPr>
            <p:cNvPr id="728" name="Google Shape;728;p13"/>
            <p:cNvSpPr/>
            <p:nvPr/>
          </p:nvSpPr>
          <p:spPr>
            <a:xfrm rot="10800000" flipH="1">
              <a:off x="-842500" y="44435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29" name="Google Shape;729;p13"/>
            <p:cNvSpPr/>
            <p:nvPr/>
          </p:nvSpPr>
          <p:spPr>
            <a:xfrm rot="10800000" flipH="1">
              <a:off x="-1125950" y="41971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30" name="Google Shape;730;p13"/>
            <p:cNvSpPr/>
            <p:nvPr/>
          </p:nvSpPr>
          <p:spPr>
            <a:xfrm rot="10800000">
              <a:off x="8565125" y="132648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31" name="Google Shape;731;p13"/>
            <p:cNvSpPr/>
            <p:nvPr/>
          </p:nvSpPr>
          <p:spPr>
            <a:xfrm rot="10800000">
              <a:off x="8845350" y="108005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32" name="Google Shape;732;p13"/>
            <p:cNvSpPr/>
            <p:nvPr/>
          </p:nvSpPr>
          <p:spPr>
            <a:xfrm rot="5400000">
              <a:off x="6518800" y="-46149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33" name="Google Shape;733;p13"/>
            <p:cNvSpPr/>
            <p:nvPr/>
          </p:nvSpPr>
          <p:spPr>
            <a:xfrm rot="5400000">
              <a:off x="906125" y="55391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734" name="Google Shape;734;p13"/>
          <p:cNvGrpSpPr/>
          <p:nvPr/>
        </p:nvGrpSpPr>
        <p:grpSpPr>
          <a:xfrm>
            <a:off x="-918810" y="-954029"/>
            <a:ext cx="10760625" cy="7331170"/>
            <a:chOff x="-918810" y="-954029"/>
            <a:chExt cx="10760625" cy="7331170"/>
          </a:xfrm>
        </p:grpSpPr>
        <p:grpSp>
          <p:nvGrpSpPr>
            <p:cNvPr id="735" name="Google Shape;735;p13"/>
            <p:cNvGrpSpPr/>
            <p:nvPr/>
          </p:nvGrpSpPr>
          <p:grpSpPr>
            <a:xfrm>
              <a:off x="-918810" y="186420"/>
              <a:ext cx="1493520" cy="615774"/>
              <a:chOff x="5301012" y="396272"/>
              <a:chExt cx="935614" cy="385751"/>
            </a:xfrm>
          </p:grpSpPr>
          <p:sp>
            <p:nvSpPr>
              <p:cNvPr id="736" name="Google Shape;736;p13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13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13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9" name="Google Shape;739;p13"/>
            <p:cNvGrpSpPr/>
            <p:nvPr/>
          </p:nvGrpSpPr>
          <p:grpSpPr>
            <a:xfrm>
              <a:off x="7684905" y="4712283"/>
              <a:ext cx="2156910" cy="506908"/>
              <a:chOff x="4891825" y="3495059"/>
              <a:chExt cx="1351193" cy="317552"/>
            </a:xfrm>
          </p:grpSpPr>
          <p:sp>
            <p:nvSpPr>
              <p:cNvPr id="740" name="Google Shape;740;p13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13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13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13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13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13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6" name="Google Shape;746;p13"/>
            <p:cNvGrpSpPr/>
            <p:nvPr/>
          </p:nvGrpSpPr>
          <p:grpSpPr>
            <a:xfrm rot="-5400000">
              <a:off x="7985115" y="-515155"/>
              <a:ext cx="1493520" cy="615774"/>
              <a:chOff x="5301012" y="396272"/>
              <a:chExt cx="935614" cy="385751"/>
            </a:xfrm>
          </p:grpSpPr>
          <p:sp>
            <p:nvSpPr>
              <p:cNvPr id="747" name="Google Shape;747;p13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" name="Google Shape;748;p13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" name="Google Shape;749;p13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0" name="Google Shape;750;p13"/>
            <p:cNvGrpSpPr/>
            <p:nvPr/>
          </p:nvGrpSpPr>
          <p:grpSpPr>
            <a:xfrm rot="-5400000">
              <a:off x="2676115" y="5322495"/>
              <a:ext cx="1493520" cy="615774"/>
              <a:chOff x="5301012" y="396272"/>
              <a:chExt cx="935614" cy="385751"/>
            </a:xfrm>
          </p:grpSpPr>
          <p:sp>
            <p:nvSpPr>
              <p:cNvPr id="751" name="Google Shape;751;p13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13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p13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_1"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6" name="Google Shape;806;p15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808" name="Google Shape;808;p15"/>
          <p:cNvGrpSpPr/>
          <p:nvPr/>
        </p:nvGrpSpPr>
        <p:grpSpPr>
          <a:xfrm flipH="1">
            <a:off x="189380" y="223138"/>
            <a:ext cx="8584545" cy="4702738"/>
            <a:chOff x="362675" y="223138"/>
            <a:chExt cx="8584545" cy="4702738"/>
          </a:xfrm>
        </p:grpSpPr>
        <p:grpSp>
          <p:nvGrpSpPr>
            <p:cNvPr id="809" name="Google Shape;809;p15"/>
            <p:cNvGrpSpPr/>
            <p:nvPr/>
          </p:nvGrpSpPr>
          <p:grpSpPr>
            <a:xfrm>
              <a:off x="362675" y="793000"/>
              <a:ext cx="130200" cy="126125"/>
              <a:chOff x="3935725" y="167575"/>
              <a:chExt cx="130200" cy="126125"/>
            </a:xfrm>
          </p:grpSpPr>
          <p:sp>
            <p:nvSpPr>
              <p:cNvPr id="810" name="Google Shape;810;p1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811" name="Google Shape;811;p1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812" name="Google Shape;812;p1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813" name="Google Shape;813;p15"/>
            <p:cNvGrpSpPr/>
            <p:nvPr/>
          </p:nvGrpSpPr>
          <p:grpSpPr>
            <a:xfrm>
              <a:off x="2046988" y="4799750"/>
              <a:ext cx="130200" cy="126125"/>
              <a:chOff x="3935725" y="167575"/>
              <a:chExt cx="130200" cy="126125"/>
            </a:xfrm>
          </p:grpSpPr>
          <p:sp>
            <p:nvSpPr>
              <p:cNvPr id="814" name="Google Shape;814;p1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815" name="Google Shape;815;p1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816" name="Google Shape;816;p1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817" name="Google Shape;817;p15"/>
            <p:cNvGrpSpPr/>
            <p:nvPr/>
          </p:nvGrpSpPr>
          <p:grpSpPr>
            <a:xfrm>
              <a:off x="8845345" y="4235716"/>
              <a:ext cx="101875" cy="134875"/>
              <a:chOff x="3928495" y="333391"/>
              <a:chExt cx="101875" cy="134875"/>
            </a:xfrm>
          </p:grpSpPr>
          <p:grpSp>
            <p:nvGrpSpPr>
              <p:cNvPr id="818" name="Google Shape;818;p15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819" name="Google Shape;819;p1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" name="Google Shape;820;p1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1" name="Google Shape;821;p15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822" name="Google Shape;822;p1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3" name="Google Shape;823;p1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4" name="Google Shape;824;p15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825" name="Google Shape;825;p1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" name="Google Shape;826;p1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27" name="Google Shape;827;p15"/>
            <p:cNvGrpSpPr/>
            <p:nvPr/>
          </p:nvGrpSpPr>
          <p:grpSpPr>
            <a:xfrm>
              <a:off x="6507442" y="4803287"/>
              <a:ext cx="449076" cy="119073"/>
              <a:chOff x="7108302" y="2550931"/>
              <a:chExt cx="281323" cy="74593"/>
            </a:xfrm>
          </p:grpSpPr>
          <p:sp>
            <p:nvSpPr>
              <p:cNvPr id="828" name="Google Shape;828;p15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" name="Google Shape;829;p15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15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15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15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833;p15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15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5" name="Google Shape;835;p15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6" name="Google Shape;836;p15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7" name="Google Shape;837;p15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8" name="Google Shape;838;p15"/>
            <p:cNvGrpSpPr/>
            <p:nvPr/>
          </p:nvGrpSpPr>
          <p:grpSpPr>
            <a:xfrm>
              <a:off x="1667825" y="233212"/>
              <a:ext cx="445675" cy="119073"/>
              <a:chOff x="3578973" y="2550931"/>
              <a:chExt cx="279193" cy="74593"/>
            </a:xfrm>
          </p:grpSpPr>
          <p:sp>
            <p:nvSpPr>
              <p:cNvPr id="839" name="Google Shape;839;p15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15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" name="Google Shape;841;p15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842;p15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15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p15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5" name="Google Shape;845;p15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15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15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15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9" name="Google Shape;849;p15"/>
            <p:cNvGrpSpPr/>
            <p:nvPr/>
          </p:nvGrpSpPr>
          <p:grpSpPr>
            <a:xfrm>
              <a:off x="8193600" y="223138"/>
              <a:ext cx="130200" cy="126125"/>
              <a:chOff x="3935725" y="167575"/>
              <a:chExt cx="130200" cy="126125"/>
            </a:xfrm>
          </p:grpSpPr>
          <p:sp>
            <p:nvSpPr>
              <p:cNvPr id="850" name="Google Shape;850;p1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851" name="Google Shape;851;p1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852" name="Google Shape;852;p1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</p:grpSp>
      <p:grpSp>
        <p:nvGrpSpPr>
          <p:cNvPr id="853" name="Google Shape;853;p15"/>
          <p:cNvGrpSpPr/>
          <p:nvPr/>
        </p:nvGrpSpPr>
        <p:grpSpPr>
          <a:xfrm flipH="1">
            <a:off x="-1125950" y="-1116990"/>
            <a:ext cx="11388500" cy="7417815"/>
            <a:chOff x="-1125950" y="-1116990"/>
            <a:chExt cx="11388500" cy="7417815"/>
          </a:xfrm>
        </p:grpSpPr>
        <p:sp>
          <p:nvSpPr>
            <p:cNvPr id="854" name="Google Shape;854;p15"/>
            <p:cNvSpPr/>
            <p:nvPr/>
          </p:nvSpPr>
          <p:spPr>
            <a:xfrm rot="10800000" flipH="1">
              <a:off x="-842500" y="44435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55" name="Google Shape;855;p15"/>
            <p:cNvSpPr/>
            <p:nvPr/>
          </p:nvSpPr>
          <p:spPr>
            <a:xfrm rot="10800000" flipH="1">
              <a:off x="-1125950" y="41971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56" name="Google Shape;856;p15"/>
            <p:cNvSpPr/>
            <p:nvPr/>
          </p:nvSpPr>
          <p:spPr>
            <a:xfrm rot="10800000">
              <a:off x="8565125" y="132648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57" name="Google Shape;857;p15"/>
            <p:cNvSpPr/>
            <p:nvPr/>
          </p:nvSpPr>
          <p:spPr>
            <a:xfrm rot="10800000">
              <a:off x="8845350" y="108005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58" name="Google Shape;858;p15"/>
            <p:cNvSpPr/>
            <p:nvPr/>
          </p:nvSpPr>
          <p:spPr>
            <a:xfrm rot="5400000">
              <a:off x="6518800" y="-46149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59" name="Google Shape;859;p15"/>
            <p:cNvSpPr/>
            <p:nvPr/>
          </p:nvSpPr>
          <p:spPr>
            <a:xfrm rot="5400000">
              <a:off x="906125" y="55391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860" name="Google Shape;860;p15"/>
          <p:cNvGrpSpPr/>
          <p:nvPr/>
        </p:nvGrpSpPr>
        <p:grpSpPr>
          <a:xfrm flipH="1">
            <a:off x="-705215" y="-954029"/>
            <a:ext cx="10760625" cy="7331170"/>
            <a:chOff x="-918810" y="-954029"/>
            <a:chExt cx="10760625" cy="7331170"/>
          </a:xfrm>
        </p:grpSpPr>
        <p:grpSp>
          <p:nvGrpSpPr>
            <p:cNvPr id="861" name="Google Shape;861;p15"/>
            <p:cNvGrpSpPr/>
            <p:nvPr/>
          </p:nvGrpSpPr>
          <p:grpSpPr>
            <a:xfrm>
              <a:off x="-918810" y="186420"/>
              <a:ext cx="1493520" cy="615774"/>
              <a:chOff x="5301012" y="396272"/>
              <a:chExt cx="935614" cy="385751"/>
            </a:xfrm>
          </p:grpSpPr>
          <p:sp>
            <p:nvSpPr>
              <p:cNvPr id="862" name="Google Shape;862;p15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" name="Google Shape;863;p15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4" name="Google Shape;864;p15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65" name="Google Shape;865;p15"/>
            <p:cNvGrpSpPr/>
            <p:nvPr/>
          </p:nvGrpSpPr>
          <p:grpSpPr>
            <a:xfrm>
              <a:off x="7684905" y="4712283"/>
              <a:ext cx="2156910" cy="506908"/>
              <a:chOff x="4891825" y="3495059"/>
              <a:chExt cx="1351193" cy="317552"/>
            </a:xfrm>
          </p:grpSpPr>
          <p:sp>
            <p:nvSpPr>
              <p:cNvPr id="866" name="Google Shape;866;p15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7" name="Google Shape;867;p15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" name="Google Shape;868;p15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9" name="Google Shape;869;p15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0" name="Google Shape;870;p15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1" name="Google Shape;871;p15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2" name="Google Shape;872;p15"/>
            <p:cNvGrpSpPr/>
            <p:nvPr/>
          </p:nvGrpSpPr>
          <p:grpSpPr>
            <a:xfrm rot="-5400000">
              <a:off x="7985115" y="-515155"/>
              <a:ext cx="1493520" cy="615774"/>
              <a:chOff x="5301012" y="396272"/>
              <a:chExt cx="935614" cy="385751"/>
            </a:xfrm>
          </p:grpSpPr>
          <p:sp>
            <p:nvSpPr>
              <p:cNvPr id="873" name="Google Shape;873;p15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" name="Google Shape;874;p15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" name="Google Shape;875;p15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6" name="Google Shape;876;p15"/>
            <p:cNvGrpSpPr/>
            <p:nvPr/>
          </p:nvGrpSpPr>
          <p:grpSpPr>
            <a:xfrm rot="-5400000">
              <a:off x="2676115" y="5322495"/>
              <a:ext cx="1493520" cy="615774"/>
              <a:chOff x="5301012" y="396272"/>
              <a:chExt cx="935614" cy="385751"/>
            </a:xfrm>
          </p:grpSpPr>
          <p:sp>
            <p:nvSpPr>
              <p:cNvPr id="877" name="Google Shape;877;p15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8" name="Google Shape;878;p15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9" name="Google Shape;879;p15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2"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Google Shape;881;p16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883" name="Google Shape;883;p16"/>
          <p:cNvGrpSpPr/>
          <p:nvPr/>
        </p:nvGrpSpPr>
        <p:grpSpPr>
          <a:xfrm>
            <a:off x="-918810" y="-954029"/>
            <a:ext cx="10760625" cy="7331170"/>
            <a:chOff x="-918810" y="-954029"/>
            <a:chExt cx="10760625" cy="7331170"/>
          </a:xfrm>
        </p:grpSpPr>
        <p:grpSp>
          <p:nvGrpSpPr>
            <p:cNvPr id="884" name="Google Shape;884;p16"/>
            <p:cNvGrpSpPr/>
            <p:nvPr/>
          </p:nvGrpSpPr>
          <p:grpSpPr>
            <a:xfrm>
              <a:off x="-918810" y="186420"/>
              <a:ext cx="1493520" cy="615774"/>
              <a:chOff x="5301012" y="396272"/>
              <a:chExt cx="935614" cy="385751"/>
            </a:xfrm>
          </p:grpSpPr>
          <p:sp>
            <p:nvSpPr>
              <p:cNvPr id="885" name="Google Shape;885;p16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6" name="Google Shape;886;p16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7" name="Google Shape;887;p16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8" name="Google Shape;888;p16"/>
            <p:cNvGrpSpPr/>
            <p:nvPr/>
          </p:nvGrpSpPr>
          <p:grpSpPr>
            <a:xfrm>
              <a:off x="7684905" y="4712283"/>
              <a:ext cx="2156910" cy="506908"/>
              <a:chOff x="4891825" y="3495059"/>
              <a:chExt cx="1351193" cy="317552"/>
            </a:xfrm>
          </p:grpSpPr>
          <p:sp>
            <p:nvSpPr>
              <p:cNvPr id="889" name="Google Shape;889;p16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0" name="Google Shape;890;p16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" name="Google Shape;891;p16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2" name="Google Shape;892;p16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3" name="Google Shape;893;p16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" name="Google Shape;894;p16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5" name="Google Shape;895;p16"/>
            <p:cNvGrpSpPr/>
            <p:nvPr/>
          </p:nvGrpSpPr>
          <p:grpSpPr>
            <a:xfrm rot="-5400000">
              <a:off x="7985115" y="-515155"/>
              <a:ext cx="1493520" cy="615774"/>
              <a:chOff x="5301012" y="396272"/>
              <a:chExt cx="935614" cy="385751"/>
            </a:xfrm>
          </p:grpSpPr>
          <p:sp>
            <p:nvSpPr>
              <p:cNvPr id="896" name="Google Shape;896;p16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7" name="Google Shape;897;p16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8" name="Google Shape;898;p16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9" name="Google Shape;899;p16"/>
            <p:cNvGrpSpPr/>
            <p:nvPr/>
          </p:nvGrpSpPr>
          <p:grpSpPr>
            <a:xfrm rot="-5400000">
              <a:off x="2676115" y="5322495"/>
              <a:ext cx="1493520" cy="615774"/>
              <a:chOff x="5301012" y="396272"/>
              <a:chExt cx="935614" cy="385751"/>
            </a:xfrm>
          </p:grpSpPr>
          <p:sp>
            <p:nvSpPr>
              <p:cNvPr id="900" name="Google Shape;900;p16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1" name="Google Shape;901;p16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2" name="Google Shape;902;p16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03" name="Google Shape;903;p16"/>
          <p:cNvGrpSpPr/>
          <p:nvPr/>
        </p:nvGrpSpPr>
        <p:grpSpPr>
          <a:xfrm rot="10800000">
            <a:off x="-1203475" y="-1091289"/>
            <a:ext cx="11678150" cy="7308000"/>
            <a:chOff x="-1203475" y="-1159175"/>
            <a:chExt cx="11678150" cy="7308000"/>
          </a:xfrm>
        </p:grpSpPr>
        <p:sp>
          <p:nvSpPr>
            <p:cNvPr id="904" name="Google Shape;904;p16"/>
            <p:cNvSpPr/>
            <p:nvPr/>
          </p:nvSpPr>
          <p:spPr>
            <a:xfrm>
              <a:off x="-85092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05" name="Google Shape;905;p16"/>
            <p:cNvSpPr/>
            <p:nvPr/>
          </p:nvSpPr>
          <p:spPr>
            <a:xfrm>
              <a:off x="-120347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06" name="Google Shape;906;p16"/>
            <p:cNvSpPr/>
            <p:nvPr/>
          </p:nvSpPr>
          <p:spPr>
            <a:xfrm rot="5400000">
              <a:off x="806525" y="53871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07" name="Google Shape;907;p16"/>
            <p:cNvSpPr/>
            <p:nvPr/>
          </p:nvSpPr>
          <p:spPr>
            <a:xfrm rot="5400000">
              <a:off x="7409450" y="-5036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08" name="Google Shape;908;p16"/>
            <p:cNvSpPr/>
            <p:nvPr/>
          </p:nvSpPr>
          <p:spPr>
            <a:xfrm rot="10800000">
              <a:off x="8793375" y="2523174"/>
              <a:ext cx="1417200" cy="106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09" name="Google Shape;909;p16"/>
            <p:cNvSpPr/>
            <p:nvPr/>
          </p:nvSpPr>
          <p:spPr>
            <a:xfrm rot="10800000">
              <a:off x="9057475" y="2275925"/>
              <a:ext cx="1417200" cy="10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910" name="Google Shape;910;p16"/>
          <p:cNvGrpSpPr/>
          <p:nvPr/>
        </p:nvGrpSpPr>
        <p:grpSpPr>
          <a:xfrm>
            <a:off x="369575" y="271165"/>
            <a:ext cx="8594413" cy="4761123"/>
            <a:chOff x="369575" y="271165"/>
            <a:chExt cx="8594413" cy="4761123"/>
          </a:xfrm>
        </p:grpSpPr>
        <p:grpSp>
          <p:nvGrpSpPr>
            <p:cNvPr id="911" name="Google Shape;911;p16"/>
            <p:cNvGrpSpPr/>
            <p:nvPr/>
          </p:nvGrpSpPr>
          <p:grpSpPr>
            <a:xfrm rot="10800000" flipH="1">
              <a:off x="369575" y="3736113"/>
              <a:ext cx="130200" cy="126125"/>
              <a:chOff x="3935725" y="167575"/>
              <a:chExt cx="130200" cy="126125"/>
            </a:xfrm>
          </p:grpSpPr>
          <p:sp>
            <p:nvSpPr>
              <p:cNvPr id="912" name="Google Shape;912;p16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13" name="Google Shape;913;p16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14" name="Google Shape;914;p16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915" name="Google Shape;915;p16"/>
            <p:cNvGrpSpPr/>
            <p:nvPr/>
          </p:nvGrpSpPr>
          <p:grpSpPr>
            <a:xfrm rot="10800000" flipH="1">
              <a:off x="6713629" y="4913215"/>
              <a:ext cx="449076" cy="119073"/>
              <a:chOff x="6173265" y="2528990"/>
              <a:chExt cx="281323" cy="74593"/>
            </a:xfrm>
          </p:grpSpPr>
          <p:sp>
            <p:nvSpPr>
              <p:cNvPr id="916" name="Google Shape;916;p16"/>
              <p:cNvSpPr/>
              <p:nvPr/>
            </p:nvSpPr>
            <p:spPr>
              <a:xfrm>
                <a:off x="6411963" y="2528990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" name="Google Shape;917;p16"/>
              <p:cNvSpPr/>
              <p:nvPr/>
            </p:nvSpPr>
            <p:spPr>
              <a:xfrm>
                <a:off x="6350158" y="2528990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8" name="Google Shape;918;p16"/>
              <p:cNvSpPr/>
              <p:nvPr/>
            </p:nvSpPr>
            <p:spPr>
              <a:xfrm>
                <a:off x="6292614" y="2528990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9" name="Google Shape;919;p16"/>
              <p:cNvSpPr/>
              <p:nvPr/>
            </p:nvSpPr>
            <p:spPr>
              <a:xfrm>
                <a:off x="6235071" y="2528990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16"/>
              <p:cNvSpPr/>
              <p:nvPr/>
            </p:nvSpPr>
            <p:spPr>
              <a:xfrm>
                <a:off x="6173265" y="2528990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1" name="Google Shape;921;p16"/>
            <p:cNvGrpSpPr/>
            <p:nvPr/>
          </p:nvGrpSpPr>
          <p:grpSpPr>
            <a:xfrm rot="10800000" flipH="1">
              <a:off x="2477220" y="273846"/>
              <a:ext cx="101875" cy="134875"/>
              <a:chOff x="3928495" y="333391"/>
              <a:chExt cx="101875" cy="134875"/>
            </a:xfrm>
          </p:grpSpPr>
          <p:grpSp>
            <p:nvGrpSpPr>
              <p:cNvPr id="922" name="Google Shape;922;p16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923" name="Google Shape;923;p1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1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25" name="Google Shape;925;p16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926" name="Google Shape;926;p1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7" name="Google Shape;927;p1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28" name="Google Shape;928;p16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929" name="Google Shape;929;p1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0" name="Google Shape;930;p1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31" name="Google Shape;931;p16"/>
            <p:cNvGrpSpPr/>
            <p:nvPr/>
          </p:nvGrpSpPr>
          <p:grpSpPr>
            <a:xfrm rot="10800000" flipH="1">
              <a:off x="8833788" y="3194538"/>
              <a:ext cx="130200" cy="126125"/>
              <a:chOff x="4159975" y="1365875"/>
              <a:chExt cx="130200" cy="126125"/>
            </a:xfrm>
          </p:grpSpPr>
          <p:sp>
            <p:nvSpPr>
              <p:cNvPr id="932" name="Google Shape;932;p16"/>
              <p:cNvSpPr/>
              <p:nvPr/>
            </p:nvSpPr>
            <p:spPr>
              <a:xfrm>
                <a:off x="4159975" y="13658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33" name="Google Shape;933;p16"/>
              <p:cNvSpPr/>
              <p:nvPr/>
            </p:nvSpPr>
            <p:spPr>
              <a:xfrm>
                <a:off x="4225075" y="14000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34" name="Google Shape;934;p16"/>
              <p:cNvSpPr/>
              <p:nvPr/>
            </p:nvSpPr>
            <p:spPr>
              <a:xfrm>
                <a:off x="4159975" y="14356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935" name="Google Shape;935;p16"/>
            <p:cNvGrpSpPr/>
            <p:nvPr/>
          </p:nvGrpSpPr>
          <p:grpSpPr>
            <a:xfrm flipH="1">
              <a:off x="1617854" y="271165"/>
              <a:ext cx="449076" cy="119073"/>
              <a:chOff x="7108302" y="2550931"/>
              <a:chExt cx="281323" cy="74593"/>
            </a:xfrm>
          </p:grpSpPr>
          <p:sp>
            <p:nvSpPr>
              <p:cNvPr id="936" name="Google Shape;936;p16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16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16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16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16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16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2" name="Google Shape;942;p16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3" name="Google Shape;943;p16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4" name="Google Shape;944;p16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5" name="Google Shape;945;p16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0" name="Google Shape;1230;p21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1" name="Google Shape;1231;p21"/>
          <p:cNvSpPr txBox="1">
            <a:spLocks noGrp="1"/>
          </p:cNvSpPr>
          <p:nvPr>
            <p:ph type="subTitle" idx="1"/>
          </p:nvPr>
        </p:nvSpPr>
        <p:spPr>
          <a:xfrm>
            <a:off x="937700" y="2813080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2" name="Google Shape;1232;p21"/>
          <p:cNvSpPr txBox="1">
            <a:spLocks noGrp="1"/>
          </p:cNvSpPr>
          <p:nvPr>
            <p:ph type="subTitle" idx="2"/>
          </p:nvPr>
        </p:nvSpPr>
        <p:spPr>
          <a:xfrm>
            <a:off x="3484422" y="2813080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3" name="Google Shape;1233;p21"/>
          <p:cNvSpPr txBox="1">
            <a:spLocks noGrp="1"/>
          </p:cNvSpPr>
          <p:nvPr>
            <p:ph type="subTitle" idx="3"/>
          </p:nvPr>
        </p:nvSpPr>
        <p:spPr>
          <a:xfrm>
            <a:off x="6031150" y="2813080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4" name="Google Shape;1234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35" name="Google Shape;1235;p21"/>
          <p:cNvSpPr txBox="1">
            <a:spLocks noGrp="1"/>
          </p:cNvSpPr>
          <p:nvPr>
            <p:ph type="subTitle" idx="4"/>
          </p:nvPr>
        </p:nvSpPr>
        <p:spPr>
          <a:xfrm>
            <a:off x="937700" y="2523425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1236" name="Google Shape;1236;p21"/>
          <p:cNvSpPr txBox="1">
            <a:spLocks noGrp="1"/>
          </p:cNvSpPr>
          <p:nvPr>
            <p:ph type="subTitle" idx="5"/>
          </p:nvPr>
        </p:nvSpPr>
        <p:spPr>
          <a:xfrm>
            <a:off x="3484422" y="2523425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1237" name="Google Shape;1237;p21"/>
          <p:cNvSpPr txBox="1">
            <a:spLocks noGrp="1"/>
          </p:cNvSpPr>
          <p:nvPr>
            <p:ph type="subTitle" idx="6"/>
          </p:nvPr>
        </p:nvSpPr>
        <p:spPr>
          <a:xfrm>
            <a:off x="6031150" y="2523425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grpSp>
        <p:nvGrpSpPr>
          <p:cNvPr id="1238" name="Google Shape;1238;p21"/>
          <p:cNvGrpSpPr/>
          <p:nvPr/>
        </p:nvGrpSpPr>
        <p:grpSpPr>
          <a:xfrm>
            <a:off x="-606129" y="-451253"/>
            <a:ext cx="9879489" cy="5650844"/>
            <a:chOff x="-606129" y="-451253"/>
            <a:chExt cx="9879489" cy="5650844"/>
          </a:xfrm>
        </p:grpSpPr>
        <p:grpSp>
          <p:nvGrpSpPr>
            <p:cNvPr id="1239" name="Google Shape;1239;p21"/>
            <p:cNvGrpSpPr/>
            <p:nvPr/>
          </p:nvGrpSpPr>
          <p:grpSpPr>
            <a:xfrm rot="-5400000">
              <a:off x="-150254" y="1671147"/>
              <a:ext cx="204128" cy="1115878"/>
              <a:chOff x="6605329" y="191675"/>
              <a:chExt cx="127876" cy="699040"/>
            </a:xfrm>
          </p:grpSpPr>
          <p:sp>
            <p:nvSpPr>
              <p:cNvPr id="1240" name="Google Shape;1240;p21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1" name="Google Shape;1241;p21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2" name="Google Shape;1242;p21"/>
            <p:cNvGrpSpPr/>
            <p:nvPr/>
          </p:nvGrpSpPr>
          <p:grpSpPr>
            <a:xfrm>
              <a:off x="4045668" y="-451253"/>
              <a:ext cx="1614046" cy="857229"/>
              <a:chOff x="1009718" y="191672"/>
              <a:chExt cx="1614046" cy="857229"/>
            </a:xfrm>
          </p:grpSpPr>
          <p:grpSp>
            <p:nvGrpSpPr>
              <p:cNvPr id="1243" name="Google Shape;1243;p21"/>
              <p:cNvGrpSpPr/>
              <p:nvPr/>
            </p:nvGrpSpPr>
            <p:grpSpPr>
              <a:xfrm>
                <a:off x="1558908" y="235807"/>
                <a:ext cx="1064856" cy="813093"/>
                <a:chOff x="3843246" y="357910"/>
                <a:chExt cx="667078" cy="509361"/>
              </a:xfrm>
            </p:grpSpPr>
            <p:sp>
              <p:nvSpPr>
                <p:cNvPr id="1244" name="Google Shape;1244;p21"/>
                <p:cNvSpPr/>
                <p:nvPr/>
              </p:nvSpPr>
              <p:spPr>
                <a:xfrm>
                  <a:off x="3870952" y="385616"/>
                  <a:ext cx="626584" cy="47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" h="221" extrusionOk="0">
                      <a:moveTo>
                        <a:pt x="290" y="0"/>
                      </a:moveTo>
                      <a:lnTo>
                        <a:pt x="290" y="78"/>
                      </a:lnTo>
                      <a:lnTo>
                        <a:pt x="151" y="217"/>
                      </a:lnTo>
                      <a:lnTo>
                        <a:pt x="0" y="217"/>
                      </a:lnTo>
                      <a:lnTo>
                        <a:pt x="0" y="221"/>
                      </a:lnTo>
                      <a:lnTo>
                        <a:pt x="153" y="221"/>
                      </a:lnTo>
                      <a:lnTo>
                        <a:pt x="294" y="80"/>
                      </a:lnTo>
                      <a:lnTo>
                        <a:pt x="294" y="0"/>
                      </a:lnTo>
                      <a:lnTo>
                        <a:pt x="290" y="0"/>
                      </a:lnTo>
                      <a:lnTo>
                        <a:pt x="29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5" name="Google Shape;1245;p21"/>
                <p:cNvSpPr/>
                <p:nvPr/>
              </p:nvSpPr>
              <p:spPr>
                <a:xfrm>
                  <a:off x="3843246" y="835302"/>
                  <a:ext cx="31969" cy="31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6" name="Google Shape;1246;p21"/>
                <p:cNvSpPr/>
                <p:nvPr/>
              </p:nvSpPr>
              <p:spPr>
                <a:xfrm>
                  <a:off x="4478354" y="357910"/>
                  <a:ext cx="31969" cy="31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6"/>
                        <a:pt x="5" y="4"/>
                        <a:pt x="7" y="4"/>
                      </a:cubicBezTo>
                      <a:cubicBezTo>
                        <a:pt x="9" y="4"/>
                        <a:pt x="10" y="6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47" name="Google Shape;1247;p21"/>
              <p:cNvGrpSpPr/>
              <p:nvPr/>
            </p:nvGrpSpPr>
            <p:grpSpPr>
              <a:xfrm>
                <a:off x="1009718" y="191672"/>
                <a:ext cx="1337026" cy="826702"/>
                <a:chOff x="3421261" y="191675"/>
                <a:chExt cx="837578" cy="517886"/>
              </a:xfrm>
            </p:grpSpPr>
            <p:sp>
              <p:nvSpPr>
                <p:cNvPr id="1248" name="Google Shape;1248;p21"/>
                <p:cNvSpPr/>
                <p:nvPr/>
              </p:nvSpPr>
              <p:spPr>
                <a:xfrm>
                  <a:off x="3421261" y="679724"/>
                  <a:ext cx="31969" cy="298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8"/>
                        <a:pt x="9" y="10"/>
                        <a:pt x="7" y="10"/>
                      </a:cubicBezTo>
                      <a:cubicBezTo>
                        <a:pt x="5" y="10"/>
                        <a:pt x="4" y="8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9" name="Google Shape;1249;p21"/>
                <p:cNvSpPr/>
                <p:nvPr/>
              </p:nvSpPr>
              <p:spPr>
                <a:xfrm>
                  <a:off x="3442573" y="191675"/>
                  <a:ext cx="816266" cy="498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3" h="234" extrusionOk="0">
                      <a:moveTo>
                        <a:pt x="379" y="0"/>
                      </a:moveTo>
                      <a:lnTo>
                        <a:pt x="379" y="106"/>
                      </a:lnTo>
                      <a:lnTo>
                        <a:pt x="301" y="185"/>
                      </a:lnTo>
                      <a:lnTo>
                        <a:pt x="46" y="185"/>
                      </a:lnTo>
                      <a:lnTo>
                        <a:pt x="0" y="231"/>
                      </a:lnTo>
                      <a:lnTo>
                        <a:pt x="3" y="234"/>
                      </a:lnTo>
                      <a:lnTo>
                        <a:pt x="47" y="190"/>
                      </a:lnTo>
                      <a:lnTo>
                        <a:pt x="302" y="190"/>
                      </a:lnTo>
                      <a:lnTo>
                        <a:pt x="383" y="108"/>
                      </a:lnTo>
                      <a:lnTo>
                        <a:pt x="383" y="0"/>
                      </a:lnTo>
                      <a:lnTo>
                        <a:pt x="379" y="0"/>
                      </a:lnTo>
                      <a:lnTo>
                        <a:pt x="37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250" name="Google Shape;1250;p21"/>
            <p:cNvGrpSpPr/>
            <p:nvPr/>
          </p:nvGrpSpPr>
          <p:grpSpPr>
            <a:xfrm>
              <a:off x="3493530" y="4692683"/>
              <a:ext cx="2156910" cy="506908"/>
              <a:chOff x="4891825" y="3495059"/>
              <a:chExt cx="1351193" cy="317552"/>
            </a:xfrm>
          </p:grpSpPr>
          <p:sp>
            <p:nvSpPr>
              <p:cNvPr id="1251" name="Google Shape;1251;p21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2" name="Google Shape;1252;p21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3" name="Google Shape;1253;p21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4" name="Google Shape;1254;p21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21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6" name="Google Shape;1256;p21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7" name="Google Shape;1257;p21"/>
            <p:cNvGrpSpPr/>
            <p:nvPr/>
          </p:nvGrpSpPr>
          <p:grpSpPr>
            <a:xfrm>
              <a:off x="8654028" y="-358165"/>
              <a:ext cx="619332" cy="1338013"/>
              <a:chOff x="6850421" y="775628"/>
              <a:chExt cx="398541" cy="861012"/>
            </a:xfrm>
          </p:grpSpPr>
          <p:sp>
            <p:nvSpPr>
              <p:cNvPr id="1258" name="Google Shape;1258;p21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9" name="Google Shape;1259;p21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0" name="Google Shape;1260;p21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61" name="Google Shape;1261;p21"/>
          <p:cNvGrpSpPr/>
          <p:nvPr/>
        </p:nvGrpSpPr>
        <p:grpSpPr>
          <a:xfrm rot="10800000" flipH="1">
            <a:off x="-1203475" y="-972164"/>
            <a:ext cx="11678150" cy="7153825"/>
            <a:chOff x="-1203475" y="-1124125"/>
            <a:chExt cx="11678150" cy="7153825"/>
          </a:xfrm>
        </p:grpSpPr>
        <p:sp>
          <p:nvSpPr>
            <p:cNvPr id="1262" name="Google Shape;1262;p21"/>
            <p:cNvSpPr/>
            <p:nvPr/>
          </p:nvSpPr>
          <p:spPr>
            <a:xfrm>
              <a:off x="-85092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263" name="Google Shape;1263;p21"/>
            <p:cNvSpPr/>
            <p:nvPr/>
          </p:nvSpPr>
          <p:spPr>
            <a:xfrm>
              <a:off x="-120347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264" name="Google Shape;1264;p21"/>
            <p:cNvSpPr/>
            <p:nvPr/>
          </p:nvSpPr>
          <p:spPr>
            <a:xfrm rot="5400000">
              <a:off x="-314675" y="52680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265" name="Google Shape;1265;p21"/>
            <p:cNvSpPr/>
            <p:nvPr/>
          </p:nvSpPr>
          <p:spPr>
            <a:xfrm rot="5400000">
              <a:off x="5531450" y="-468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266" name="Google Shape;1266;p21"/>
            <p:cNvSpPr/>
            <p:nvPr/>
          </p:nvSpPr>
          <p:spPr>
            <a:xfrm rot="10800000">
              <a:off x="8573550" y="1693661"/>
              <a:ext cx="1417200" cy="106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267" name="Google Shape;1267;p21"/>
            <p:cNvSpPr/>
            <p:nvPr/>
          </p:nvSpPr>
          <p:spPr>
            <a:xfrm rot="10800000">
              <a:off x="9057475" y="1446412"/>
              <a:ext cx="1417200" cy="10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268" name="Google Shape;1268;p21"/>
          <p:cNvGrpSpPr/>
          <p:nvPr/>
        </p:nvGrpSpPr>
        <p:grpSpPr>
          <a:xfrm>
            <a:off x="473320" y="140988"/>
            <a:ext cx="8320055" cy="4774098"/>
            <a:chOff x="473320" y="140988"/>
            <a:chExt cx="8320055" cy="4774098"/>
          </a:xfrm>
        </p:grpSpPr>
        <p:grpSp>
          <p:nvGrpSpPr>
            <p:cNvPr id="1269" name="Google Shape;1269;p21"/>
            <p:cNvGrpSpPr/>
            <p:nvPr/>
          </p:nvGrpSpPr>
          <p:grpSpPr>
            <a:xfrm>
              <a:off x="8663175" y="4220925"/>
              <a:ext cx="130200" cy="126125"/>
              <a:chOff x="3809600" y="987450"/>
              <a:chExt cx="130200" cy="126125"/>
            </a:xfrm>
          </p:grpSpPr>
          <p:sp>
            <p:nvSpPr>
              <p:cNvPr id="1270" name="Google Shape;1270;p21"/>
              <p:cNvSpPr/>
              <p:nvPr/>
            </p:nvSpPr>
            <p:spPr>
              <a:xfrm>
                <a:off x="3809600" y="9874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271" name="Google Shape;1271;p21"/>
              <p:cNvSpPr/>
              <p:nvPr/>
            </p:nvSpPr>
            <p:spPr>
              <a:xfrm>
                <a:off x="3874700" y="10216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272" name="Google Shape;1272;p21"/>
              <p:cNvSpPr/>
              <p:nvPr/>
            </p:nvSpPr>
            <p:spPr>
              <a:xfrm>
                <a:off x="3809600" y="10571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273" name="Google Shape;1273;p21"/>
            <p:cNvGrpSpPr/>
            <p:nvPr/>
          </p:nvGrpSpPr>
          <p:grpSpPr>
            <a:xfrm>
              <a:off x="473320" y="663929"/>
              <a:ext cx="101875" cy="134875"/>
              <a:chOff x="3928495" y="333391"/>
              <a:chExt cx="101875" cy="134875"/>
            </a:xfrm>
          </p:grpSpPr>
          <p:grpSp>
            <p:nvGrpSpPr>
              <p:cNvPr id="1274" name="Google Shape;1274;p21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275" name="Google Shape;1275;p21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6" name="Google Shape;1276;p21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77" name="Google Shape;1277;p21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278" name="Google Shape;1278;p21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9" name="Google Shape;1279;p21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80" name="Google Shape;1280;p21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281" name="Google Shape;1281;p21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2" name="Google Shape;1282;p21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283" name="Google Shape;1283;p21"/>
            <p:cNvGrpSpPr/>
            <p:nvPr/>
          </p:nvGrpSpPr>
          <p:grpSpPr>
            <a:xfrm>
              <a:off x="1598700" y="4796012"/>
              <a:ext cx="445675" cy="119073"/>
              <a:chOff x="3578973" y="2550931"/>
              <a:chExt cx="279193" cy="74593"/>
            </a:xfrm>
          </p:grpSpPr>
          <p:sp>
            <p:nvSpPr>
              <p:cNvPr id="1284" name="Google Shape;1284;p21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5" name="Google Shape;1285;p21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6" name="Google Shape;1286;p21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7" name="Google Shape;1287;p21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8" name="Google Shape;1288;p21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9" name="Google Shape;1289;p21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0" name="Google Shape;1290;p21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1" name="Google Shape;1291;p21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2" name="Google Shape;1292;p21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3" name="Google Shape;1293;p21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94" name="Google Shape;1294;p21"/>
            <p:cNvGrpSpPr/>
            <p:nvPr/>
          </p:nvGrpSpPr>
          <p:grpSpPr>
            <a:xfrm>
              <a:off x="7562650" y="140988"/>
              <a:ext cx="130200" cy="126125"/>
              <a:chOff x="3935725" y="167575"/>
              <a:chExt cx="130200" cy="126125"/>
            </a:xfrm>
          </p:grpSpPr>
          <p:sp>
            <p:nvSpPr>
              <p:cNvPr id="1295" name="Google Shape;1295;p21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296" name="Google Shape;1296;p21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297" name="Google Shape;1297;p21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298" name="Google Shape;1298;p21"/>
            <p:cNvGrpSpPr/>
            <p:nvPr/>
          </p:nvGrpSpPr>
          <p:grpSpPr>
            <a:xfrm flipH="1">
              <a:off x="1561096" y="234934"/>
              <a:ext cx="445675" cy="80822"/>
              <a:chOff x="6468929" y="3844579"/>
              <a:chExt cx="411329" cy="74593"/>
            </a:xfrm>
          </p:grpSpPr>
          <p:sp>
            <p:nvSpPr>
              <p:cNvPr id="1299" name="Google Shape;1299;p21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9" extrusionOk="0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0" name="Google Shape;1300;p21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4" extrusionOk="0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1" name="Google Shape;1301;p21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3" name="Google Shape;1303;p22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4" name="Google Shape;1304;p22"/>
          <p:cNvSpPr txBox="1">
            <a:spLocks noGrp="1"/>
          </p:cNvSpPr>
          <p:nvPr>
            <p:ph type="subTitle" idx="1"/>
          </p:nvPr>
        </p:nvSpPr>
        <p:spPr>
          <a:xfrm>
            <a:off x="937700" y="3396548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5" name="Google Shape;1305;p22"/>
          <p:cNvSpPr txBox="1">
            <a:spLocks noGrp="1"/>
          </p:cNvSpPr>
          <p:nvPr>
            <p:ph type="subTitle" idx="2"/>
          </p:nvPr>
        </p:nvSpPr>
        <p:spPr>
          <a:xfrm>
            <a:off x="3484422" y="3396548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6" name="Google Shape;1306;p22"/>
          <p:cNvSpPr txBox="1">
            <a:spLocks noGrp="1"/>
          </p:cNvSpPr>
          <p:nvPr>
            <p:ph type="subTitle" idx="3"/>
          </p:nvPr>
        </p:nvSpPr>
        <p:spPr>
          <a:xfrm>
            <a:off x="6031150" y="3396548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7" name="Google Shape;1307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08" name="Google Shape;1308;p22"/>
          <p:cNvSpPr txBox="1">
            <a:spLocks noGrp="1"/>
          </p:cNvSpPr>
          <p:nvPr>
            <p:ph type="subTitle" idx="4"/>
          </p:nvPr>
        </p:nvSpPr>
        <p:spPr>
          <a:xfrm>
            <a:off x="937700" y="3086000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1309" name="Google Shape;1309;p22"/>
          <p:cNvSpPr txBox="1">
            <a:spLocks noGrp="1"/>
          </p:cNvSpPr>
          <p:nvPr>
            <p:ph type="subTitle" idx="5"/>
          </p:nvPr>
        </p:nvSpPr>
        <p:spPr>
          <a:xfrm>
            <a:off x="3484422" y="3086000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1310" name="Google Shape;1310;p22"/>
          <p:cNvSpPr txBox="1">
            <a:spLocks noGrp="1"/>
          </p:cNvSpPr>
          <p:nvPr>
            <p:ph type="subTitle" idx="6"/>
          </p:nvPr>
        </p:nvSpPr>
        <p:spPr>
          <a:xfrm>
            <a:off x="6031150" y="3086000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grpSp>
        <p:nvGrpSpPr>
          <p:cNvPr id="1311" name="Google Shape;1311;p22"/>
          <p:cNvGrpSpPr/>
          <p:nvPr/>
        </p:nvGrpSpPr>
        <p:grpSpPr>
          <a:xfrm rot="10800000" flipH="1">
            <a:off x="-1203475" y="-972164"/>
            <a:ext cx="11678150" cy="7153825"/>
            <a:chOff x="-1203475" y="-1124125"/>
            <a:chExt cx="11678150" cy="7153825"/>
          </a:xfrm>
        </p:grpSpPr>
        <p:sp>
          <p:nvSpPr>
            <p:cNvPr id="1312" name="Google Shape;1312;p22"/>
            <p:cNvSpPr/>
            <p:nvPr/>
          </p:nvSpPr>
          <p:spPr>
            <a:xfrm>
              <a:off x="-85092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313" name="Google Shape;1313;p22"/>
            <p:cNvSpPr/>
            <p:nvPr/>
          </p:nvSpPr>
          <p:spPr>
            <a:xfrm>
              <a:off x="-120347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314" name="Google Shape;1314;p22"/>
            <p:cNvSpPr/>
            <p:nvPr/>
          </p:nvSpPr>
          <p:spPr>
            <a:xfrm rot="5400000">
              <a:off x="-314675" y="52680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315" name="Google Shape;1315;p22"/>
            <p:cNvSpPr/>
            <p:nvPr/>
          </p:nvSpPr>
          <p:spPr>
            <a:xfrm rot="5400000">
              <a:off x="5531450" y="-468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316" name="Google Shape;1316;p22"/>
            <p:cNvSpPr/>
            <p:nvPr/>
          </p:nvSpPr>
          <p:spPr>
            <a:xfrm rot="10800000">
              <a:off x="8573550" y="3669761"/>
              <a:ext cx="1417200" cy="106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317" name="Google Shape;1317;p22"/>
            <p:cNvSpPr/>
            <p:nvPr/>
          </p:nvSpPr>
          <p:spPr>
            <a:xfrm rot="10800000">
              <a:off x="9057475" y="3422512"/>
              <a:ext cx="1417200" cy="10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318" name="Google Shape;1318;p22"/>
          <p:cNvGrpSpPr/>
          <p:nvPr/>
        </p:nvGrpSpPr>
        <p:grpSpPr>
          <a:xfrm rot="10800000" flipH="1">
            <a:off x="-527805" y="-1016375"/>
            <a:ext cx="10232769" cy="6744764"/>
            <a:chOff x="-527805" y="-670853"/>
            <a:chExt cx="10232769" cy="6744764"/>
          </a:xfrm>
        </p:grpSpPr>
        <p:grpSp>
          <p:nvGrpSpPr>
            <p:cNvPr id="1319" name="Google Shape;1319;p22"/>
            <p:cNvGrpSpPr/>
            <p:nvPr/>
          </p:nvGrpSpPr>
          <p:grpSpPr>
            <a:xfrm>
              <a:off x="7118280" y="4681945"/>
              <a:ext cx="2156910" cy="506908"/>
              <a:chOff x="4891825" y="3495059"/>
              <a:chExt cx="1351193" cy="317552"/>
            </a:xfrm>
          </p:grpSpPr>
          <p:sp>
            <p:nvSpPr>
              <p:cNvPr id="1320" name="Google Shape;1320;p22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1" name="Google Shape;1321;p22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2" name="Google Shape;1322;p22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3" name="Google Shape;1323;p22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4" name="Google Shape;1324;p22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22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6" name="Google Shape;1326;p22"/>
            <p:cNvGrpSpPr/>
            <p:nvPr/>
          </p:nvGrpSpPr>
          <p:grpSpPr>
            <a:xfrm>
              <a:off x="882321" y="-670853"/>
              <a:ext cx="204128" cy="1115878"/>
              <a:chOff x="6605329" y="191675"/>
              <a:chExt cx="127876" cy="699040"/>
            </a:xfrm>
          </p:grpSpPr>
          <p:sp>
            <p:nvSpPr>
              <p:cNvPr id="1327" name="Google Shape;1327;p22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8" name="Google Shape;1328;p22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9" name="Google Shape;1329;p22"/>
            <p:cNvGrpSpPr/>
            <p:nvPr/>
          </p:nvGrpSpPr>
          <p:grpSpPr>
            <a:xfrm>
              <a:off x="1342215" y="-264218"/>
              <a:ext cx="1493520" cy="615774"/>
              <a:chOff x="5301012" y="396272"/>
              <a:chExt cx="935614" cy="385751"/>
            </a:xfrm>
          </p:grpSpPr>
          <p:sp>
            <p:nvSpPr>
              <p:cNvPr id="1330" name="Google Shape;1330;p22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1" name="Google Shape;1331;p22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2" name="Google Shape;1332;p22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3" name="Google Shape;1333;p22"/>
            <p:cNvGrpSpPr/>
            <p:nvPr/>
          </p:nvGrpSpPr>
          <p:grpSpPr>
            <a:xfrm>
              <a:off x="8640108" y="293107"/>
              <a:ext cx="1064856" cy="813093"/>
              <a:chOff x="3843246" y="357910"/>
              <a:chExt cx="667078" cy="509361"/>
            </a:xfrm>
          </p:grpSpPr>
          <p:sp>
            <p:nvSpPr>
              <p:cNvPr id="1334" name="Google Shape;1334;p22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22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22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7" name="Google Shape;1337;p22"/>
            <p:cNvGrpSpPr/>
            <p:nvPr/>
          </p:nvGrpSpPr>
          <p:grpSpPr>
            <a:xfrm>
              <a:off x="7584293" y="-505753"/>
              <a:ext cx="1337026" cy="826702"/>
              <a:chOff x="3456389" y="106431"/>
              <a:chExt cx="837578" cy="517886"/>
            </a:xfrm>
          </p:grpSpPr>
          <p:sp>
            <p:nvSpPr>
              <p:cNvPr id="1338" name="Google Shape;1338;p22"/>
              <p:cNvSpPr/>
              <p:nvPr/>
            </p:nvSpPr>
            <p:spPr>
              <a:xfrm>
                <a:off x="3456389" y="594480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9" name="Google Shape;1339;p22"/>
              <p:cNvSpPr/>
              <p:nvPr/>
            </p:nvSpPr>
            <p:spPr>
              <a:xfrm>
                <a:off x="3477701" y="106431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40" name="Google Shape;1340;p22"/>
            <p:cNvGrpSpPr/>
            <p:nvPr/>
          </p:nvGrpSpPr>
          <p:grpSpPr>
            <a:xfrm flipH="1">
              <a:off x="1167078" y="4735898"/>
              <a:ext cx="619332" cy="1338013"/>
              <a:chOff x="6850421" y="775628"/>
              <a:chExt cx="398541" cy="861012"/>
            </a:xfrm>
          </p:grpSpPr>
          <p:sp>
            <p:nvSpPr>
              <p:cNvPr id="1341" name="Google Shape;1341;p22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2" name="Google Shape;1342;p22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3" name="Google Shape;1343;p22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44" name="Google Shape;1344;p22"/>
            <p:cNvGrpSpPr/>
            <p:nvPr/>
          </p:nvGrpSpPr>
          <p:grpSpPr>
            <a:xfrm>
              <a:off x="-527805" y="2963157"/>
              <a:ext cx="1064856" cy="813093"/>
              <a:chOff x="3843246" y="357910"/>
              <a:chExt cx="667078" cy="509361"/>
            </a:xfrm>
          </p:grpSpPr>
          <p:sp>
            <p:nvSpPr>
              <p:cNvPr id="1345" name="Google Shape;1345;p22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6" name="Google Shape;1346;p22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7" name="Google Shape;1347;p22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48" name="Google Shape;1348;p22"/>
          <p:cNvGrpSpPr/>
          <p:nvPr/>
        </p:nvGrpSpPr>
        <p:grpSpPr>
          <a:xfrm rot="10800000" flipH="1">
            <a:off x="160162" y="195511"/>
            <a:ext cx="8848706" cy="4568938"/>
            <a:chOff x="160162" y="293088"/>
            <a:chExt cx="8848706" cy="4568938"/>
          </a:xfrm>
        </p:grpSpPr>
        <p:grpSp>
          <p:nvGrpSpPr>
            <p:cNvPr id="1349" name="Google Shape;1349;p22"/>
            <p:cNvGrpSpPr/>
            <p:nvPr/>
          </p:nvGrpSpPr>
          <p:grpSpPr>
            <a:xfrm>
              <a:off x="284763" y="3887075"/>
              <a:ext cx="130200" cy="126125"/>
              <a:chOff x="3935725" y="167575"/>
              <a:chExt cx="130200" cy="126125"/>
            </a:xfrm>
          </p:grpSpPr>
          <p:sp>
            <p:nvSpPr>
              <p:cNvPr id="1350" name="Google Shape;1350;p22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51" name="Google Shape;1351;p22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52" name="Google Shape;1352;p22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353" name="Google Shape;1353;p22"/>
            <p:cNvGrpSpPr/>
            <p:nvPr/>
          </p:nvGrpSpPr>
          <p:grpSpPr>
            <a:xfrm>
              <a:off x="2122263" y="4735900"/>
              <a:ext cx="130200" cy="126125"/>
              <a:chOff x="3935725" y="167575"/>
              <a:chExt cx="130200" cy="126125"/>
            </a:xfrm>
          </p:grpSpPr>
          <p:sp>
            <p:nvSpPr>
              <p:cNvPr id="1354" name="Google Shape;1354;p22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55" name="Google Shape;1355;p22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56" name="Google Shape;1356;p22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357" name="Google Shape;1357;p22"/>
            <p:cNvGrpSpPr/>
            <p:nvPr/>
          </p:nvGrpSpPr>
          <p:grpSpPr>
            <a:xfrm>
              <a:off x="8733395" y="4269816"/>
              <a:ext cx="101875" cy="134875"/>
              <a:chOff x="3928495" y="333391"/>
              <a:chExt cx="101875" cy="134875"/>
            </a:xfrm>
          </p:grpSpPr>
          <p:grpSp>
            <p:nvGrpSpPr>
              <p:cNvPr id="1358" name="Google Shape;1358;p22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359" name="Google Shape;1359;p22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0" name="Google Shape;1360;p22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61" name="Google Shape;1361;p22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362" name="Google Shape;1362;p22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3" name="Google Shape;1363;p22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64" name="Google Shape;1364;p22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365" name="Google Shape;1365;p22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6" name="Google Shape;1366;p22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367" name="Google Shape;1367;p22"/>
            <p:cNvGrpSpPr/>
            <p:nvPr/>
          </p:nvGrpSpPr>
          <p:grpSpPr>
            <a:xfrm>
              <a:off x="8559792" y="2929787"/>
              <a:ext cx="449076" cy="119073"/>
              <a:chOff x="7108302" y="2550931"/>
              <a:chExt cx="281323" cy="74593"/>
            </a:xfrm>
          </p:grpSpPr>
          <p:sp>
            <p:nvSpPr>
              <p:cNvPr id="1368" name="Google Shape;1368;p22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9" name="Google Shape;1369;p22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0" name="Google Shape;1370;p22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1" name="Google Shape;1371;p22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2" name="Google Shape;1372;p22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3" name="Google Shape;1373;p22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4" name="Google Shape;1374;p22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5" name="Google Shape;1375;p22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6" name="Google Shape;1376;p22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7" name="Google Shape;1377;p22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8" name="Google Shape;1378;p22"/>
            <p:cNvGrpSpPr/>
            <p:nvPr/>
          </p:nvGrpSpPr>
          <p:grpSpPr>
            <a:xfrm>
              <a:off x="160162" y="1671187"/>
              <a:ext cx="445675" cy="119073"/>
              <a:chOff x="3578973" y="2550931"/>
              <a:chExt cx="279193" cy="74593"/>
            </a:xfrm>
          </p:grpSpPr>
          <p:sp>
            <p:nvSpPr>
              <p:cNvPr id="1379" name="Google Shape;1379;p22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0" name="Google Shape;1380;p22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1" name="Google Shape;1381;p22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2" name="Google Shape;1382;p22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3" name="Google Shape;1383;p22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4" name="Google Shape;1384;p22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5" name="Google Shape;1385;p22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6" name="Google Shape;1386;p22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7" name="Google Shape;1387;p22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8" name="Google Shape;1388;p22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89" name="Google Shape;1389;p22"/>
            <p:cNvGrpSpPr/>
            <p:nvPr/>
          </p:nvGrpSpPr>
          <p:grpSpPr>
            <a:xfrm>
              <a:off x="6988075" y="293088"/>
              <a:ext cx="130200" cy="126125"/>
              <a:chOff x="3935725" y="167575"/>
              <a:chExt cx="130200" cy="126125"/>
            </a:xfrm>
          </p:grpSpPr>
          <p:sp>
            <p:nvSpPr>
              <p:cNvPr id="1390" name="Google Shape;1390;p22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91" name="Google Shape;1391;p22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92" name="Google Shape;1392;p22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393" name="Google Shape;1393;p22"/>
            <p:cNvGrpSpPr/>
            <p:nvPr/>
          </p:nvGrpSpPr>
          <p:grpSpPr>
            <a:xfrm>
              <a:off x="317888" y="2240200"/>
              <a:ext cx="130200" cy="126125"/>
              <a:chOff x="3935725" y="167575"/>
              <a:chExt cx="130200" cy="126125"/>
            </a:xfrm>
          </p:grpSpPr>
          <p:sp>
            <p:nvSpPr>
              <p:cNvPr id="1394" name="Google Shape;1394;p22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95" name="Google Shape;1395;p22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96" name="Google Shape;1396;p22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7" name="Google Shape;1557;p25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8" name="Google Shape;1558;p25"/>
          <p:cNvSpPr txBox="1">
            <a:spLocks noGrp="1"/>
          </p:cNvSpPr>
          <p:nvPr>
            <p:ph type="title" hasCustomPrompt="1"/>
          </p:nvPr>
        </p:nvSpPr>
        <p:spPr>
          <a:xfrm>
            <a:off x="2223600" y="546795"/>
            <a:ext cx="4696800" cy="7689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9" name="Google Shape;1559;p25"/>
          <p:cNvSpPr txBox="1">
            <a:spLocks noGrp="1"/>
          </p:cNvSpPr>
          <p:nvPr>
            <p:ph type="subTitle" idx="1"/>
          </p:nvPr>
        </p:nvSpPr>
        <p:spPr>
          <a:xfrm>
            <a:off x="2223600" y="1316523"/>
            <a:ext cx="4696800" cy="3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60" name="Google Shape;1560;p25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2007789"/>
            <a:ext cx="4696800" cy="7689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61" name="Google Shape;1561;p25"/>
          <p:cNvSpPr txBox="1">
            <a:spLocks noGrp="1"/>
          </p:cNvSpPr>
          <p:nvPr>
            <p:ph type="subTitle" idx="3"/>
          </p:nvPr>
        </p:nvSpPr>
        <p:spPr>
          <a:xfrm>
            <a:off x="2223600" y="2778009"/>
            <a:ext cx="4696800" cy="3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62" name="Google Shape;1562;p25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468783"/>
            <a:ext cx="4696800" cy="7689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63" name="Google Shape;1563;p25"/>
          <p:cNvSpPr txBox="1">
            <a:spLocks noGrp="1"/>
          </p:cNvSpPr>
          <p:nvPr>
            <p:ph type="subTitle" idx="5"/>
          </p:nvPr>
        </p:nvSpPr>
        <p:spPr>
          <a:xfrm>
            <a:off x="2223600" y="4240480"/>
            <a:ext cx="4696800" cy="3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564" name="Google Shape;1564;p25"/>
          <p:cNvGrpSpPr/>
          <p:nvPr/>
        </p:nvGrpSpPr>
        <p:grpSpPr>
          <a:xfrm rot="10800000" flipH="1">
            <a:off x="-557079" y="-72018"/>
            <a:ext cx="9879489" cy="5732769"/>
            <a:chOff x="-606129" y="-451253"/>
            <a:chExt cx="9879489" cy="5732769"/>
          </a:xfrm>
        </p:grpSpPr>
        <p:grpSp>
          <p:nvGrpSpPr>
            <p:cNvPr id="1565" name="Google Shape;1565;p25"/>
            <p:cNvGrpSpPr/>
            <p:nvPr/>
          </p:nvGrpSpPr>
          <p:grpSpPr>
            <a:xfrm rot="-5400000">
              <a:off x="-150254" y="1671147"/>
              <a:ext cx="204128" cy="1115878"/>
              <a:chOff x="6605329" y="191675"/>
              <a:chExt cx="127876" cy="699040"/>
            </a:xfrm>
          </p:grpSpPr>
          <p:sp>
            <p:nvSpPr>
              <p:cNvPr id="1566" name="Google Shape;1566;p25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7" name="Google Shape;1567;p25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8" name="Google Shape;1568;p25"/>
            <p:cNvGrpSpPr/>
            <p:nvPr/>
          </p:nvGrpSpPr>
          <p:grpSpPr>
            <a:xfrm>
              <a:off x="4045668" y="-451253"/>
              <a:ext cx="1614046" cy="857229"/>
              <a:chOff x="1009718" y="191672"/>
              <a:chExt cx="1614046" cy="857229"/>
            </a:xfrm>
          </p:grpSpPr>
          <p:grpSp>
            <p:nvGrpSpPr>
              <p:cNvPr id="1569" name="Google Shape;1569;p25"/>
              <p:cNvGrpSpPr/>
              <p:nvPr/>
            </p:nvGrpSpPr>
            <p:grpSpPr>
              <a:xfrm>
                <a:off x="1558908" y="235807"/>
                <a:ext cx="1064856" cy="813093"/>
                <a:chOff x="3843246" y="357910"/>
                <a:chExt cx="667078" cy="509361"/>
              </a:xfrm>
            </p:grpSpPr>
            <p:sp>
              <p:nvSpPr>
                <p:cNvPr id="1570" name="Google Shape;1570;p25"/>
                <p:cNvSpPr/>
                <p:nvPr/>
              </p:nvSpPr>
              <p:spPr>
                <a:xfrm>
                  <a:off x="3870952" y="385616"/>
                  <a:ext cx="626584" cy="47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" h="221" extrusionOk="0">
                      <a:moveTo>
                        <a:pt x="290" y="0"/>
                      </a:moveTo>
                      <a:lnTo>
                        <a:pt x="290" y="78"/>
                      </a:lnTo>
                      <a:lnTo>
                        <a:pt x="151" y="217"/>
                      </a:lnTo>
                      <a:lnTo>
                        <a:pt x="0" y="217"/>
                      </a:lnTo>
                      <a:lnTo>
                        <a:pt x="0" y="221"/>
                      </a:lnTo>
                      <a:lnTo>
                        <a:pt x="153" y="221"/>
                      </a:lnTo>
                      <a:lnTo>
                        <a:pt x="294" y="80"/>
                      </a:lnTo>
                      <a:lnTo>
                        <a:pt x="294" y="0"/>
                      </a:lnTo>
                      <a:lnTo>
                        <a:pt x="290" y="0"/>
                      </a:lnTo>
                      <a:lnTo>
                        <a:pt x="29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1" name="Google Shape;1571;p25"/>
                <p:cNvSpPr/>
                <p:nvPr/>
              </p:nvSpPr>
              <p:spPr>
                <a:xfrm>
                  <a:off x="3843246" y="835302"/>
                  <a:ext cx="31969" cy="31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2" name="Google Shape;1572;p25"/>
                <p:cNvSpPr/>
                <p:nvPr/>
              </p:nvSpPr>
              <p:spPr>
                <a:xfrm>
                  <a:off x="4478354" y="357910"/>
                  <a:ext cx="31969" cy="31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6"/>
                        <a:pt x="5" y="4"/>
                        <a:pt x="7" y="4"/>
                      </a:cubicBezTo>
                      <a:cubicBezTo>
                        <a:pt x="9" y="4"/>
                        <a:pt x="10" y="6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73" name="Google Shape;1573;p25"/>
              <p:cNvGrpSpPr/>
              <p:nvPr/>
            </p:nvGrpSpPr>
            <p:grpSpPr>
              <a:xfrm>
                <a:off x="1009718" y="191672"/>
                <a:ext cx="1337026" cy="826702"/>
                <a:chOff x="3421261" y="191675"/>
                <a:chExt cx="837578" cy="517886"/>
              </a:xfrm>
            </p:grpSpPr>
            <p:sp>
              <p:nvSpPr>
                <p:cNvPr id="1574" name="Google Shape;1574;p25"/>
                <p:cNvSpPr/>
                <p:nvPr/>
              </p:nvSpPr>
              <p:spPr>
                <a:xfrm>
                  <a:off x="3421261" y="679724"/>
                  <a:ext cx="31969" cy="298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8"/>
                        <a:pt x="9" y="10"/>
                        <a:pt x="7" y="10"/>
                      </a:cubicBezTo>
                      <a:cubicBezTo>
                        <a:pt x="5" y="10"/>
                        <a:pt x="4" y="8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5" name="Google Shape;1575;p25"/>
                <p:cNvSpPr/>
                <p:nvPr/>
              </p:nvSpPr>
              <p:spPr>
                <a:xfrm>
                  <a:off x="3442573" y="191675"/>
                  <a:ext cx="816266" cy="498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3" h="234" extrusionOk="0">
                      <a:moveTo>
                        <a:pt x="379" y="0"/>
                      </a:moveTo>
                      <a:lnTo>
                        <a:pt x="379" y="106"/>
                      </a:lnTo>
                      <a:lnTo>
                        <a:pt x="301" y="185"/>
                      </a:lnTo>
                      <a:lnTo>
                        <a:pt x="46" y="185"/>
                      </a:lnTo>
                      <a:lnTo>
                        <a:pt x="0" y="231"/>
                      </a:lnTo>
                      <a:lnTo>
                        <a:pt x="3" y="234"/>
                      </a:lnTo>
                      <a:lnTo>
                        <a:pt x="47" y="190"/>
                      </a:lnTo>
                      <a:lnTo>
                        <a:pt x="302" y="190"/>
                      </a:lnTo>
                      <a:lnTo>
                        <a:pt x="383" y="108"/>
                      </a:lnTo>
                      <a:lnTo>
                        <a:pt x="383" y="0"/>
                      </a:lnTo>
                      <a:lnTo>
                        <a:pt x="379" y="0"/>
                      </a:lnTo>
                      <a:lnTo>
                        <a:pt x="37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76" name="Google Shape;1576;p25"/>
            <p:cNvGrpSpPr/>
            <p:nvPr/>
          </p:nvGrpSpPr>
          <p:grpSpPr>
            <a:xfrm>
              <a:off x="3493530" y="4774608"/>
              <a:ext cx="2156910" cy="506908"/>
              <a:chOff x="4891825" y="3546381"/>
              <a:chExt cx="1351193" cy="317552"/>
            </a:xfrm>
          </p:grpSpPr>
          <p:sp>
            <p:nvSpPr>
              <p:cNvPr id="1577" name="Google Shape;1577;p25"/>
              <p:cNvSpPr/>
              <p:nvPr/>
            </p:nvSpPr>
            <p:spPr>
              <a:xfrm>
                <a:off x="6208918" y="37573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8" name="Google Shape;1578;p25"/>
              <p:cNvSpPr/>
              <p:nvPr/>
            </p:nvSpPr>
            <p:spPr>
              <a:xfrm>
                <a:off x="4891825" y="3635897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9" name="Google Shape;1579;p25"/>
              <p:cNvSpPr/>
              <p:nvPr/>
            </p:nvSpPr>
            <p:spPr>
              <a:xfrm>
                <a:off x="4917389" y="3646549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0" name="Google Shape;1580;p25"/>
              <p:cNvSpPr/>
              <p:nvPr/>
            </p:nvSpPr>
            <p:spPr>
              <a:xfrm>
                <a:off x="5933990" y="3768028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1" name="Google Shape;1581;p25"/>
              <p:cNvSpPr/>
              <p:nvPr/>
            </p:nvSpPr>
            <p:spPr>
              <a:xfrm>
                <a:off x="5286094" y="3546381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2" name="Google Shape;1582;p25"/>
              <p:cNvSpPr/>
              <p:nvPr/>
            </p:nvSpPr>
            <p:spPr>
              <a:xfrm>
                <a:off x="5311668" y="3559168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83" name="Google Shape;1583;p25"/>
            <p:cNvGrpSpPr/>
            <p:nvPr/>
          </p:nvGrpSpPr>
          <p:grpSpPr>
            <a:xfrm>
              <a:off x="8654028" y="-358165"/>
              <a:ext cx="619332" cy="1338013"/>
              <a:chOff x="6850421" y="775628"/>
              <a:chExt cx="398541" cy="861012"/>
            </a:xfrm>
          </p:grpSpPr>
          <p:sp>
            <p:nvSpPr>
              <p:cNvPr id="1584" name="Google Shape;1584;p25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5" name="Google Shape;1585;p25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6" name="Google Shape;1586;p25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87" name="Google Shape;1587;p25"/>
          <p:cNvGrpSpPr/>
          <p:nvPr/>
        </p:nvGrpSpPr>
        <p:grpSpPr>
          <a:xfrm>
            <a:off x="-1154425" y="-972164"/>
            <a:ext cx="11453925" cy="7153825"/>
            <a:chOff x="-1203475" y="-1124125"/>
            <a:chExt cx="11453925" cy="7153825"/>
          </a:xfrm>
        </p:grpSpPr>
        <p:sp>
          <p:nvSpPr>
            <p:cNvPr id="1588" name="Google Shape;1588;p25"/>
            <p:cNvSpPr/>
            <p:nvPr/>
          </p:nvSpPr>
          <p:spPr>
            <a:xfrm>
              <a:off x="-85092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89" name="Google Shape;1589;p25"/>
            <p:cNvSpPr/>
            <p:nvPr/>
          </p:nvSpPr>
          <p:spPr>
            <a:xfrm>
              <a:off x="-120347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90" name="Google Shape;1590;p25"/>
            <p:cNvSpPr/>
            <p:nvPr/>
          </p:nvSpPr>
          <p:spPr>
            <a:xfrm rot="5400000">
              <a:off x="-314675" y="52680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91" name="Google Shape;1591;p25"/>
            <p:cNvSpPr/>
            <p:nvPr/>
          </p:nvSpPr>
          <p:spPr>
            <a:xfrm rot="5400000">
              <a:off x="5531450" y="-468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92" name="Google Shape;1592;p25"/>
            <p:cNvSpPr/>
            <p:nvPr/>
          </p:nvSpPr>
          <p:spPr>
            <a:xfrm rot="10800000">
              <a:off x="8573550" y="1693661"/>
              <a:ext cx="1417200" cy="106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93" name="Google Shape;1593;p25"/>
            <p:cNvSpPr/>
            <p:nvPr/>
          </p:nvSpPr>
          <p:spPr>
            <a:xfrm rot="10800000">
              <a:off x="8833250" y="1446412"/>
              <a:ext cx="1417200" cy="10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594" name="Google Shape;1594;p25"/>
          <p:cNvGrpSpPr/>
          <p:nvPr/>
        </p:nvGrpSpPr>
        <p:grpSpPr>
          <a:xfrm rot="10800000" flipH="1">
            <a:off x="522370" y="294412"/>
            <a:ext cx="8320055" cy="4774098"/>
            <a:chOff x="473320" y="140988"/>
            <a:chExt cx="8320055" cy="4774098"/>
          </a:xfrm>
        </p:grpSpPr>
        <p:grpSp>
          <p:nvGrpSpPr>
            <p:cNvPr id="1595" name="Google Shape;1595;p25"/>
            <p:cNvGrpSpPr/>
            <p:nvPr/>
          </p:nvGrpSpPr>
          <p:grpSpPr>
            <a:xfrm>
              <a:off x="8663175" y="4220925"/>
              <a:ext cx="130200" cy="126125"/>
              <a:chOff x="3809600" y="987450"/>
              <a:chExt cx="130200" cy="126125"/>
            </a:xfrm>
          </p:grpSpPr>
          <p:sp>
            <p:nvSpPr>
              <p:cNvPr id="1596" name="Google Shape;1596;p25"/>
              <p:cNvSpPr/>
              <p:nvPr/>
            </p:nvSpPr>
            <p:spPr>
              <a:xfrm>
                <a:off x="3809600" y="9874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597" name="Google Shape;1597;p25"/>
              <p:cNvSpPr/>
              <p:nvPr/>
            </p:nvSpPr>
            <p:spPr>
              <a:xfrm>
                <a:off x="3874700" y="10216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598" name="Google Shape;1598;p25"/>
              <p:cNvSpPr/>
              <p:nvPr/>
            </p:nvSpPr>
            <p:spPr>
              <a:xfrm>
                <a:off x="3809600" y="10571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599" name="Google Shape;1599;p25"/>
            <p:cNvGrpSpPr/>
            <p:nvPr/>
          </p:nvGrpSpPr>
          <p:grpSpPr>
            <a:xfrm>
              <a:off x="473320" y="663929"/>
              <a:ext cx="101875" cy="134875"/>
              <a:chOff x="3928495" y="333391"/>
              <a:chExt cx="101875" cy="134875"/>
            </a:xfrm>
          </p:grpSpPr>
          <p:grpSp>
            <p:nvGrpSpPr>
              <p:cNvPr id="1600" name="Google Shape;1600;p25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601" name="Google Shape;1601;p2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2" name="Google Shape;1602;p2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03" name="Google Shape;1603;p25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604" name="Google Shape;1604;p2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5" name="Google Shape;1605;p2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06" name="Google Shape;1606;p25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607" name="Google Shape;1607;p2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8" name="Google Shape;1608;p2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09" name="Google Shape;1609;p25"/>
            <p:cNvGrpSpPr/>
            <p:nvPr/>
          </p:nvGrpSpPr>
          <p:grpSpPr>
            <a:xfrm>
              <a:off x="1598700" y="4796012"/>
              <a:ext cx="445675" cy="119073"/>
              <a:chOff x="3578973" y="2550931"/>
              <a:chExt cx="279193" cy="74593"/>
            </a:xfrm>
          </p:grpSpPr>
          <p:sp>
            <p:nvSpPr>
              <p:cNvPr id="1610" name="Google Shape;1610;p25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1" name="Google Shape;1611;p25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2" name="Google Shape;1612;p25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3" name="Google Shape;1613;p25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4" name="Google Shape;1614;p25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5" name="Google Shape;1615;p25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6" name="Google Shape;1616;p25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7" name="Google Shape;1617;p25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8" name="Google Shape;1618;p25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9" name="Google Shape;1619;p25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0" name="Google Shape;1620;p25"/>
            <p:cNvGrpSpPr/>
            <p:nvPr/>
          </p:nvGrpSpPr>
          <p:grpSpPr>
            <a:xfrm>
              <a:off x="7562650" y="140988"/>
              <a:ext cx="130200" cy="126125"/>
              <a:chOff x="3935725" y="167575"/>
              <a:chExt cx="130200" cy="126125"/>
            </a:xfrm>
          </p:grpSpPr>
          <p:sp>
            <p:nvSpPr>
              <p:cNvPr id="1621" name="Google Shape;1621;p2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622" name="Google Shape;1622;p2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623" name="Google Shape;1623;p2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624" name="Google Shape;1624;p25"/>
            <p:cNvGrpSpPr/>
            <p:nvPr/>
          </p:nvGrpSpPr>
          <p:grpSpPr>
            <a:xfrm flipH="1">
              <a:off x="1561096" y="234934"/>
              <a:ext cx="445675" cy="80822"/>
              <a:chOff x="6468929" y="3844579"/>
              <a:chExt cx="411329" cy="74593"/>
            </a:xfrm>
          </p:grpSpPr>
          <p:sp>
            <p:nvSpPr>
              <p:cNvPr id="1625" name="Google Shape;1625;p25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9" extrusionOk="0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6" name="Google Shape;1626;p25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4" extrusionOk="0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7" name="Google Shape;1627;p25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1" name="Google Shape;1701;p27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2" name="Google Shape;1702;p27"/>
          <p:cNvGrpSpPr/>
          <p:nvPr/>
        </p:nvGrpSpPr>
        <p:grpSpPr>
          <a:xfrm rot="10800000" flipH="1">
            <a:off x="744821" y="-484375"/>
            <a:ext cx="8262669" cy="6318414"/>
            <a:chOff x="744821" y="-576378"/>
            <a:chExt cx="8262669" cy="6318414"/>
          </a:xfrm>
        </p:grpSpPr>
        <p:grpSp>
          <p:nvGrpSpPr>
            <p:cNvPr id="1703" name="Google Shape;1703;p27"/>
            <p:cNvGrpSpPr/>
            <p:nvPr/>
          </p:nvGrpSpPr>
          <p:grpSpPr>
            <a:xfrm>
              <a:off x="6850580" y="4492208"/>
              <a:ext cx="2156910" cy="506908"/>
              <a:chOff x="4891825" y="3495059"/>
              <a:chExt cx="1351193" cy="317552"/>
            </a:xfrm>
          </p:grpSpPr>
          <p:sp>
            <p:nvSpPr>
              <p:cNvPr id="1704" name="Google Shape;1704;p27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5" name="Google Shape;1705;p27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6" name="Google Shape;1706;p27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7" name="Google Shape;1707;p27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8" name="Google Shape;1708;p27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9" name="Google Shape;1709;p27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0" name="Google Shape;1710;p27"/>
            <p:cNvGrpSpPr/>
            <p:nvPr/>
          </p:nvGrpSpPr>
          <p:grpSpPr>
            <a:xfrm>
              <a:off x="744821" y="-576378"/>
              <a:ext cx="204128" cy="1115878"/>
              <a:chOff x="6605329" y="191675"/>
              <a:chExt cx="127876" cy="699040"/>
            </a:xfrm>
          </p:grpSpPr>
          <p:sp>
            <p:nvSpPr>
              <p:cNvPr id="1711" name="Google Shape;1711;p27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2" name="Google Shape;1712;p27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3" name="Google Shape;1713;p27"/>
            <p:cNvGrpSpPr/>
            <p:nvPr/>
          </p:nvGrpSpPr>
          <p:grpSpPr>
            <a:xfrm>
              <a:off x="1204715" y="-158755"/>
              <a:ext cx="1493520" cy="615774"/>
              <a:chOff x="5301012" y="396272"/>
              <a:chExt cx="935614" cy="385751"/>
            </a:xfrm>
          </p:grpSpPr>
          <p:sp>
            <p:nvSpPr>
              <p:cNvPr id="1714" name="Google Shape;1714;p27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5" name="Google Shape;1715;p27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6" name="Google Shape;1716;p27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7" name="Google Shape;1717;p27"/>
            <p:cNvGrpSpPr/>
            <p:nvPr/>
          </p:nvGrpSpPr>
          <p:grpSpPr>
            <a:xfrm>
              <a:off x="7838933" y="159032"/>
              <a:ext cx="1064856" cy="813093"/>
              <a:chOff x="3843246" y="357910"/>
              <a:chExt cx="667078" cy="509361"/>
            </a:xfrm>
          </p:grpSpPr>
          <p:sp>
            <p:nvSpPr>
              <p:cNvPr id="1718" name="Google Shape;1718;p27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9" name="Google Shape;1719;p27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0" name="Google Shape;1720;p27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1" name="Google Shape;1721;p27"/>
            <p:cNvGrpSpPr/>
            <p:nvPr/>
          </p:nvGrpSpPr>
          <p:grpSpPr>
            <a:xfrm>
              <a:off x="7099018" y="-57203"/>
              <a:ext cx="1337026" cy="826702"/>
              <a:chOff x="3421261" y="191675"/>
              <a:chExt cx="837578" cy="517886"/>
            </a:xfrm>
          </p:grpSpPr>
          <p:sp>
            <p:nvSpPr>
              <p:cNvPr id="1722" name="Google Shape;1722;p27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3" name="Google Shape;1723;p27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4" name="Google Shape;1724;p27"/>
            <p:cNvGrpSpPr/>
            <p:nvPr/>
          </p:nvGrpSpPr>
          <p:grpSpPr>
            <a:xfrm flipH="1">
              <a:off x="1029578" y="4404023"/>
              <a:ext cx="619332" cy="1338013"/>
              <a:chOff x="6850421" y="775628"/>
              <a:chExt cx="398541" cy="861012"/>
            </a:xfrm>
          </p:grpSpPr>
          <p:sp>
            <p:nvSpPr>
              <p:cNvPr id="1725" name="Google Shape;1725;p27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6" name="Google Shape;1726;p27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7" name="Google Shape;1727;p27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8" name="Google Shape;1728;p27"/>
            <p:cNvGrpSpPr/>
            <p:nvPr/>
          </p:nvGrpSpPr>
          <p:grpSpPr>
            <a:xfrm>
              <a:off x="4984595" y="4666482"/>
              <a:ext cx="1064856" cy="813093"/>
              <a:chOff x="3843246" y="357910"/>
              <a:chExt cx="667078" cy="509361"/>
            </a:xfrm>
          </p:grpSpPr>
          <p:sp>
            <p:nvSpPr>
              <p:cNvPr id="1729" name="Google Shape;1729;p27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0" name="Google Shape;1730;p27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1" name="Google Shape;1731;p27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32" name="Google Shape;1732;p27"/>
          <p:cNvGrpSpPr/>
          <p:nvPr/>
        </p:nvGrpSpPr>
        <p:grpSpPr>
          <a:xfrm>
            <a:off x="-1154425" y="-1070264"/>
            <a:ext cx="11376875" cy="7251925"/>
            <a:chOff x="-1203475" y="-1222225"/>
            <a:chExt cx="11376875" cy="7251925"/>
          </a:xfrm>
        </p:grpSpPr>
        <p:sp>
          <p:nvSpPr>
            <p:cNvPr id="1733" name="Google Shape;1733;p27"/>
            <p:cNvSpPr/>
            <p:nvPr/>
          </p:nvSpPr>
          <p:spPr>
            <a:xfrm>
              <a:off x="-85092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34" name="Google Shape;1734;p27"/>
            <p:cNvSpPr/>
            <p:nvPr/>
          </p:nvSpPr>
          <p:spPr>
            <a:xfrm>
              <a:off x="-120347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35" name="Google Shape;1735;p27"/>
            <p:cNvSpPr/>
            <p:nvPr/>
          </p:nvSpPr>
          <p:spPr>
            <a:xfrm rot="5400000">
              <a:off x="5599650" y="52680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36" name="Google Shape;1736;p27"/>
            <p:cNvSpPr/>
            <p:nvPr/>
          </p:nvSpPr>
          <p:spPr>
            <a:xfrm rot="5400000">
              <a:off x="3064800" y="-5667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37" name="Google Shape;1737;p27"/>
            <p:cNvSpPr/>
            <p:nvPr/>
          </p:nvSpPr>
          <p:spPr>
            <a:xfrm rot="10800000">
              <a:off x="8496500" y="3095161"/>
              <a:ext cx="1417200" cy="106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38" name="Google Shape;1738;p27"/>
            <p:cNvSpPr/>
            <p:nvPr/>
          </p:nvSpPr>
          <p:spPr>
            <a:xfrm rot="10800000">
              <a:off x="8756200" y="2847912"/>
              <a:ext cx="1417200" cy="10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739" name="Google Shape;1739;p27"/>
          <p:cNvGrpSpPr/>
          <p:nvPr/>
        </p:nvGrpSpPr>
        <p:grpSpPr>
          <a:xfrm>
            <a:off x="380020" y="153613"/>
            <a:ext cx="8496430" cy="4774098"/>
            <a:chOff x="380020" y="153613"/>
            <a:chExt cx="8496430" cy="4774098"/>
          </a:xfrm>
        </p:grpSpPr>
        <p:grpSp>
          <p:nvGrpSpPr>
            <p:cNvPr id="1740" name="Google Shape;1740;p27"/>
            <p:cNvGrpSpPr/>
            <p:nvPr/>
          </p:nvGrpSpPr>
          <p:grpSpPr>
            <a:xfrm>
              <a:off x="481900" y="3280551"/>
              <a:ext cx="130200" cy="126125"/>
              <a:chOff x="-4441750" y="34450"/>
              <a:chExt cx="130200" cy="126125"/>
            </a:xfrm>
          </p:grpSpPr>
          <p:sp>
            <p:nvSpPr>
              <p:cNvPr id="1741" name="Google Shape;1741;p27"/>
              <p:cNvSpPr/>
              <p:nvPr/>
            </p:nvSpPr>
            <p:spPr>
              <a:xfrm>
                <a:off x="-4441750" y="344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742" name="Google Shape;1742;p27"/>
              <p:cNvSpPr/>
              <p:nvPr/>
            </p:nvSpPr>
            <p:spPr>
              <a:xfrm>
                <a:off x="-4376650" y="686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743" name="Google Shape;1743;p27"/>
              <p:cNvSpPr/>
              <p:nvPr/>
            </p:nvSpPr>
            <p:spPr>
              <a:xfrm>
                <a:off x="-4441750" y="1041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744" name="Google Shape;1744;p27"/>
            <p:cNvGrpSpPr/>
            <p:nvPr/>
          </p:nvGrpSpPr>
          <p:grpSpPr>
            <a:xfrm>
              <a:off x="380020" y="571430"/>
              <a:ext cx="101875" cy="134875"/>
              <a:chOff x="3928495" y="333391"/>
              <a:chExt cx="101875" cy="134875"/>
            </a:xfrm>
          </p:grpSpPr>
          <p:grpSp>
            <p:nvGrpSpPr>
              <p:cNvPr id="1745" name="Google Shape;1745;p27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746" name="Google Shape;1746;p2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7" name="Google Shape;1747;p2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48" name="Google Shape;1748;p27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749" name="Google Shape;1749;p2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0" name="Google Shape;1750;p2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51" name="Google Shape;1751;p27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752" name="Google Shape;1752;p2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3" name="Google Shape;1753;p2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54" name="Google Shape;1754;p27"/>
            <p:cNvGrpSpPr/>
            <p:nvPr/>
          </p:nvGrpSpPr>
          <p:grpSpPr>
            <a:xfrm>
              <a:off x="1668775" y="4808638"/>
              <a:ext cx="445675" cy="119073"/>
              <a:chOff x="3578973" y="2550931"/>
              <a:chExt cx="279193" cy="74593"/>
            </a:xfrm>
          </p:grpSpPr>
          <p:sp>
            <p:nvSpPr>
              <p:cNvPr id="1755" name="Google Shape;1755;p27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6" name="Google Shape;1756;p27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7" name="Google Shape;1757;p27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8" name="Google Shape;1758;p27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9" name="Google Shape;1759;p27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0" name="Google Shape;1760;p27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1" name="Google Shape;1761;p27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2" name="Google Shape;1762;p27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3" name="Google Shape;1763;p27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4" name="Google Shape;1764;p27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65" name="Google Shape;1765;p27"/>
            <p:cNvGrpSpPr/>
            <p:nvPr/>
          </p:nvGrpSpPr>
          <p:grpSpPr>
            <a:xfrm>
              <a:off x="7632725" y="153613"/>
              <a:ext cx="130200" cy="126125"/>
              <a:chOff x="3935725" y="167575"/>
              <a:chExt cx="130200" cy="126125"/>
            </a:xfrm>
          </p:grpSpPr>
          <p:sp>
            <p:nvSpPr>
              <p:cNvPr id="1766" name="Google Shape;1766;p27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767" name="Google Shape;1767;p27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768" name="Google Shape;1768;p27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769" name="Google Shape;1769;p27"/>
            <p:cNvGrpSpPr/>
            <p:nvPr/>
          </p:nvGrpSpPr>
          <p:grpSpPr>
            <a:xfrm flipH="1">
              <a:off x="1631171" y="247560"/>
              <a:ext cx="445675" cy="80822"/>
              <a:chOff x="6468929" y="3844579"/>
              <a:chExt cx="411329" cy="74593"/>
            </a:xfrm>
          </p:grpSpPr>
          <p:sp>
            <p:nvSpPr>
              <p:cNvPr id="1770" name="Google Shape;1770;p27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9" extrusionOk="0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1" name="Google Shape;1771;p27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4" extrusionOk="0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2" name="Google Shape;1772;p27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73" name="Google Shape;1773;p27"/>
            <p:cNvGrpSpPr/>
            <p:nvPr/>
          </p:nvGrpSpPr>
          <p:grpSpPr>
            <a:xfrm rot="10800000">
              <a:off x="8430775" y="1578188"/>
              <a:ext cx="445675" cy="119073"/>
              <a:chOff x="3578973" y="2550931"/>
              <a:chExt cx="279193" cy="74593"/>
            </a:xfrm>
          </p:grpSpPr>
          <p:sp>
            <p:nvSpPr>
              <p:cNvPr id="1774" name="Google Shape;1774;p27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5" name="Google Shape;1775;p27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6" name="Google Shape;1776;p27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7" name="Google Shape;1777;p27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8" name="Google Shape;1778;p27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9" name="Google Shape;1779;p27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0" name="Google Shape;1780;p27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1" name="Google Shape;1781;p27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2" name="Google Shape;1782;p27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3" name="Google Shape;1783;p27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5" name="Google Shape;1785;p28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6" name="Google Shape;1786;p28"/>
          <p:cNvGrpSpPr/>
          <p:nvPr/>
        </p:nvGrpSpPr>
        <p:grpSpPr>
          <a:xfrm rot="10800000" flipH="1">
            <a:off x="-871550" y="-484364"/>
            <a:ext cx="11081975" cy="6703400"/>
            <a:chOff x="-871550" y="-1016375"/>
            <a:chExt cx="11081975" cy="6703400"/>
          </a:xfrm>
        </p:grpSpPr>
        <p:sp>
          <p:nvSpPr>
            <p:cNvPr id="1787" name="Google Shape;1787;p28"/>
            <p:cNvSpPr/>
            <p:nvPr/>
          </p:nvSpPr>
          <p:spPr>
            <a:xfrm>
              <a:off x="-387625" y="19141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88" name="Google Shape;1788;p28"/>
            <p:cNvSpPr/>
            <p:nvPr/>
          </p:nvSpPr>
          <p:spPr>
            <a:xfrm>
              <a:off x="-871550" y="216061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89" name="Google Shape;1789;p28"/>
            <p:cNvSpPr/>
            <p:nvPr/>
          </p:nvSpPr>
          <p:spPr>
            <a:xfrm rot="5400000">
              <a:off x="-109850" y="49253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90" name="Google Shape;1790;p28"/>
            <p:cNvSpPr/>
            <p:nvPr/>
          </p:nvSpPr>
          <p:spPr>
            <a:xfrm rot="5400000">
              <a:off x="5393950" y="-3608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91" name="Google Shape;1791;p28"/>
            <p:cNvSpPr/>
            <p:nvPr/>
          </p:nvSpPr>
          <p:spPr>
            <a:xfrm rot="10800000">
              <a:off x="8309300" y="35318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92" name="Google Shape;1792;p28"/>
            <p:cNvSpPr/>
            <p:nvPr/>
          </p:nvSpPr>
          <p:spPr>
            <a:xfrm rot="10800000">
              <a:off x="8793225" y="32854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793" name="Google Shape;1793;p28"/>
          <p:cNvGrpSpPr/>
          <p:nvPr/>
        </p:nvGrpSpPr>
        <p:grpSpPr>
          <a:xfrm rot="10800000" flipH="1">
            <a:off x="-667955" y="-1128475"/>
            <a:ext cx="10232769" cy="6744764"/>
            <a:chOff x="-527805" y="-670853"/>
            <a:chExt cx="10232769" cy="6744764"/>
          </a:xfrm>
        </p:grpSpPr>
        <p:grpSp>
          <p:nvGrpSpPr>
            <p:cNvPr id="1794" name="Google Shape;1794;p28"/>
            <p:cNvGrpSpPr/>
            <p:nvPr/>
          </p:nvGrpSpPr>
          <p:grpSpPr>
            <a:xfrm>
              <a:off x="7118280" y="4681945"/>
              <a:ext cx="2156910" cy="506908"/>
              <a:chOff x="4891825" y="3495059"/>
              <a:chExt cx="1351193" cy="317552"/>
            </a:xfrm>
          </p:grpSpPr>
          <p:sp>
            <p:nvSpPr>
              <p:cNvPr id="1795" name="Google Shape;1795;p28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6" name="Google Shape;1796;p28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7" name="Google Shape;1797;p28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8" name="Google Shape;1798;p28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9" name="Google Shape;1799;p28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0" name="Google Shape;1800;p28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1" name="Google Shape;1801;p28"/>
            <p:cNvGrpSpPr/>
            <p:nvPr/>
          </p:nvGrpSpPr>
          <p:grpSpPr>
            <a:xfrm>
              <a:off x="882321" y="-670853"/>
              <a:ext cx="204128" cy="1115878"/>
              <a:chOff x="6605329" y="191675"/>
              <a:chExt cx="127876" cy="699040"/>
            </a:xfrm>
          </p:grpSpPr>
          <p:sp>
            <p:nvSpPr>
              <p:cNvPr id="1802" name="Google Shape;1802;p28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3" name="Google Shape;1803;p28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4" name="Google Shape;1804;p28"/>
            <p:cNvGrpSpPr/>
            <p:nvPr/>
          </p:nvGrpSpPr>
          <p:grpSpPr>
            <a:xfrm>
              <a:off x="1342215" y="-264218"/>
              <a:ext cx="1493520" cy="615774"/>
              <a:chOff x="5301012" y="396272"/>
              <a:chExt cx="935614" cy="385751"/>
            </a:xfrm>
          </p:grpSpPr>
          <p:sp>
            <p:nvSpPr>
              <p:cNvPr id="1805" name="Google Shape;1805;p28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6" name="Google Shape;1806;p28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7" name="Google Shape;1807;p28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8" name="Google Shape;1808;p28"/>
            <p:cNvGrpSpPr/>
            <p:nvPr/>
          </p:nvGrpSpPr>
          <p:grpSpPr>
            <a:xfrm>
              <a:off x="8640108" y="293107"/>
              <a:ext cx="1064856" cy="813093"/>
              <a:chOff x="3843246" y="357910"/>
              <a:chExt cx="667078" cy="509361"/>
            </a:xfrm>
          </p:grpSpPr>
          <p:sp>
            <p:nvSpPr>
              <p:cNvPr id="1809" name="Google Shape;1809;p28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0" name="Google Shape;1810;p28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1" name="Google Shape;1811;p28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2" name="Google Shape;1812;p28"/>
            <p:cNvGrpSpPr/>
            <p:nvPr/>
          </p:nvGrpSpPr>
          <p:grpSpPr>
            <a:xfrm>
              <a:off x="7584293" y="-505753"/>
              <a:ext cx="1337026" cy="826702"/>
              <a:chOff x="3456389" y="106431"/>
              <a:chExt cx="837578" cy="517886"/>
            </a:xfrm>
          </p:grpSpPr>
          <p:sp>
            <p:nvSpPr>
              <p:cNvPr id="1813" name="Google Shape;1813;p28"/>
              <p:cNvSpPr/>
              <p:nvPr/>
            </p:nvSpPr>
            <p:spPr>
              <a:xfrm>
                <a:off x="3456389" y="594480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4" name="Google Shape;1814;p28"/>
              <p:cNvSpPr/>
              <p:nvPr/>
            </p:nvSpPr>
            <p:spPr>
              <a:xfrm>
                <a:off x="3477701" y="106431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5" name="Google Shape;1815;p28"/>
            <p:cNvGrpSpPr/>
            <p:nvPr/>
          </p:nvGrpSpPr>
          <p:grpSpPr>
            <a:xfrm flipH="1">
              <a:off x="1167078" y="4735898"/>
              <a:ext cx="619332" cy="1338013"/>
              <a:chOff x="6850421" y="775628"/>
              <a:chExt cx="398541" cy="861012"/>
            </a:xfrm>
          </p:grpSpPr>
          <p:sp>
            <p:nvSpPr>
              <p:cNvPr id="1816" name="Google Shape;1816;p28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7" name="Google Shape;1817;p28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8" name="Google Shape;1818;p28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9" name="Google Shape;1819;p28"/>
            <p:cNvGrpSpPr/>
            <p:nvPr/>
          </p:nvGrpSpPr>
          <p:grpSpPr>
            <a:xfrm>
              <a:off x="-527805" y="2963157"/>
              <a:ext cx="1064856" cy="813093"/>
              <a:chOff x="3843246" y="357910"/>
              <a:chExt cx="667078" cy="509361"/>
            </a:xfrm>
          </p:grpSpPr>
          <p:sp>
            <p:nvSpPr>
              <p:cNvPr id="1820" name="Google Shape;1820;p28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1" name="Google Shape;1821;p28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2" name="Google Shape;1822;p28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23" name="Google Shape;1823;p28"/>
          <p:cNvGrpSpPr/>
          <p:nvPr/>
        </p:nvGrpSpPr>
        <p:grpSpPr>
          <a:xfrm>
            <a:off x="3762175" y="233212"/>
            <a:ext cx="5065988" cy="4692663"/>
            <a:chOff x="7007813" y="233212"/>
            <a:chExt cx="5065988" cy="4692663"/>
          </a:xfrm>
        </p:grpSpPr>
        <p:grpSp>
          <p:nvGrpSpPr>
            <p:cNvPr id="1824" name="Google Shape;1824;p28"/>
            <p:cNvGrpSpPr/>
            <p:nvPr/>
          </p:nvGrpSpPr>
          <p:grpSpPr>
            <a:xfrm flipH="1">
              <a:off x="11943600" y="779000"/>
              <a:ext cx="130200" cy="126125"/>
              <a:chOff x="684250" y="153575"/>
              <a:chExt cx="130200" cy="126125"/>
            </a:xfrm>
          </p:grpSpPr>
          <p:sp>
            <p:nvSpPr>
              <p:cNvPr id="1825" name="Google Shape;1825;p28"/>
              <p:cNvSpPr/>
              <p:nvPr/>
            </p:nvSpPr>
            <p:spPr>
              <a:xfrm>
                <a:off x="684250" y="153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826" name="Google Shape;1826;p28"/>
              <p:cNvSpPr/>
              <p:nvPr/>
            </p:nvSpPr>
            <p:spPr>
              <a:xfrm>
                <a:off x="749350" y="187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827" name="Google Shape;1827;p28"/>
              <p:cNvSpPr/>
              <p:nvPr/>
            </p:nvSpPr>
            <p:spPr>
              <a:xfrm>
                <a:off x="684250" y="223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828" name="Google Shape;1828;p28"/>
            <p:cNvGrpSpPr/>
            <p:nvPr/>
          </p:nvGrpSpPr>
          <p:grpSpPr>
            <a:xfrm flipH="1">
              <a:off x="7007813" y="4799750"/>
              <a:ext cx="130200" cy="126125"/>
              <a:chOff x="3935725" y="167575"/>
              <a:chExt cx="130200" cy="126125"/>
            </a:xfrm>
          </p:grpSpPr>
          <p:sp>
            <p:nvSpPr>
              <p:cNvPr id="1829" name="Google Shape;1829;p28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830" name="Google Shape;1830;p28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831" name="Google Shape;1831;p28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832" name="Google Shape;1832;p28"/>
            <p:cNvGrpSpPr/>
            <p:nvPr/>
          </p:nvGrpSpPr>
          <p:grpSpPr>
            <a:xfrm flipH="1">
              <a:off x="7071500" y="233212"/>
              <a:ext cx="445675" cy="119073"/>
              <a:chOff x="3578973" y="2550931"/>
              <a:chExt cx="279193" cy="74593"/>
            </a:xfrm>
          </p:grpSpPr>
          <p:sp>
            <p:nvSpPr>
              <p:cNvPr id="1833" name="Google Shape;1833;p28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4" name="Google Shape;1834;p28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5" name="Google Shape;1835;p28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6" name="Google Shape;1836;p28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7" name="Google Shape;1837;p28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8" name="Google Shape;1838;p28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9" name="Google Shape;1839;p28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0" name="Google Shape;1840;p28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1" name="Google Shape;1841;p28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2" name="Google Shape;1842;p28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59" r:id="rId4"/>
    <p:sldLayoutId id="2147483661" r:id="rId5"/>
    <p:sldLayoutId id="2147483662" r:id="rId6"/>
    <p:sldLayoutId id="2147483667" r:id="rId7"/>
    <p:sldLayoutId id="2147483668" r:id="rId8"/>
    <p:sldLayoutId id="2147483671" r:id="rId9"/>
    <p:sldLayoutId id="2147483673" r:id="rId10"/>
    <p:sldLayoutId id="214748367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p32"/>
          <p:cNvSpPr txBox="1">
            <a:spLocks noGrp="1"/>
          </p:cNvSpPr>
          <p:nvPr>
            <p:ph type="ctrTitle"/>
          </p:nvPr>
        </p:nvSpPr>
        <p:spPr>
          <a:xfrm>
            <a:off x="1940848" y="1481275"/>
            <a:ext cx="5262300" cy="158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 smtClean="0"/>
              <a:t>Digital payment </a:t>
            </a:r>
            <a:r>
              <a:rPr lang="fr" dirty="0" smtClean="0"/>
              <a:t>Transactions</a:t>
            </a:r>
            <a:endParaRPr dirty="0"/>
          </a:p>
        </p:txBody>
      </p:sp>
      <p:sp>
        <p:nvSpPr>
          <p:cNvPr id="1854" name="Google Shape;1854;p32"/>
          <p:cNvSpPr txBox="1">
            <a:spLocks noGrp="1"/>
          </p:cNvSpPr>
          <p:nvPr>
            <p:ph type="subTitle" idx="1"/>
          </p:nvPr>
        </p:nvSpPr>
        <p:spPr>
          <a:xfrm>
            <a:off x="1940825" y="3453710"/>
            <a:ext cx="52623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Power BI </a:t>
            </a:r>
            <a:r>
              <a:rPr lang="fr" dirty="0" smtClean="0"/>
              <a:t>specialist </a:t>
            </a:r>
            <a:r>
              <a:rPr lang="fr" dirty="0" smtClean="0"/>
              <a:t>– DEPI final project</a:t>
            </a:r>
            <a:endParaRPr dirty="0"/>
          </a:p>
        </p:txBody>
      </p:sp>
      <p:grpSp>
        <p:nvGrpSpPr>
          <p:cNvPr id="1855" name="Google Shape;1855;p32"/>
          <p:cNvGrpSpPr/>
          <p:nvPr/>
        </p:nvGrpSpPr>
        <p:grpSpPr>
          <a:xfrm>
            <a:off x="853525" y="1356675"/>
            <a:ext cx="130200" cy="126125"/>
            <a:chOff x="3935725" y="167575"/>
            <a:chExt cx="130200" cy="126125"/>
          </a:xfrm>
        </p:grpSpPr>
        <p:sp>
          <p:nvSpPr>
            <p:cNvPr id="1856" name="Google Shape;1856;p32"/>
            <p:cNvSpPr/>
            <p:nvPr/>
          </p:nvSpPr>
          <p:spPr>
            <a:xfrm>
              <a:off x="3935725" y="1675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857" name="Google Shape;1857;p32"/>
            <p:cNvSpPr/>
            <p:nvPr/>
          </p:nvSpPr>
          <p:spPr>
            <a:xfrm>
              <a:off x="4000825" y="2017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858" name="Google Shape;1858;p32"/>
            <p:cNvSpPr/>
            <p:nvPr/>
          </p:nvSpPr>
          <p:spPr>
            <a:xfrm>
              <a:off x="3935725" y="237300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859" name="Google Shape;1859;p32"/>
          <p:cNvGrpSpPr/>
          <p:nvPr/>
        </p:nvGrpSpPr>
        <p:grpSpPr>
          <a:xfrm>
            <a:off x="7971688" y="4236400"/>
            <a:ext cx="130200" cy="126125"/>
            <a:chOff x="3935725" y="167575"/>
            <a:chExt cx="130200" cy="126125"/>
          </a:xfrm>
        </p:grpSpPr>
        <p:sp>
          <p:nvSpPr>
            <p:cNvPr id="1860" name="Google Shape;1860;p32"/>
            <p:cNvSpPr/>
            <p:nvPr/>
          </p:nvSpPr>
          <p:spPr>
            <a:xfrm>
              <a:off x="3935725" y="1675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861" name="Google Shape;1861;p32"/>
            <p:cNvSpPr/>
            <p:nvPr/>
          </p:nvSpPr>
          <p:spPr>
            <a:xfrm>
              <a:off x="4000825" y="2017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862" name="Google Shape;1862;p32"/>
            <p:cNvSpPr/>
            <p:nvPr/>
          </p:nvSpPr>
          <p:spPr>
            <a:xfrm>
              <a:off x="3935725" y="237300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863" name="Google Shape;1863;p32"/>
          <p:cNvGrpSpPr/>
          <p:nvPr/>
        </p:nvGrpSpPr>
        <p:grpSpPr>
          <a:xfrm>
            <a:off x="7689617" y="673937"/>
            <a:ext cx="449076" cy="119073"/>
            <a:chOff x="7108302" y="2550931"/>
            <a:chExt cx="281323" cy="74593"/>
          </a:xfrm>
        </p:grpSpPr>
        <p:sp>
          <p:nvSpPr>
            <p:cNvPr id="1864" name="Google Shape;1864;p32"/>
            <p:cNvSpPr/>
            <p:nvPr/>
          </p:nvSpPr>
          <p:spPr>
            <a:xfrm>
              <a:off x="7347000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5" name="Google Shape;1865;p32"/>
            <p:cNvSpPr/>
            <p:nvPr/>
          </p:nvSpPr>
          <p:spPr>
            <a:xfrm>
              <a:off x="7285195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6" name="Google Shape;1866;p32"/>
            <p:cNvSpPr/>
            <p:nvPr/>
          </p:nvSpPr>
          <p:spPr>
            <a:xfrm>
              <a:off x="7227651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7" name="Google Shape;1867;p32"/>
            <p:cNvSpPr/>
            <p:nvPr/>
          </p:nvSpPr>
          <p:spPr>
            <a:xfrm>
              <a:off x="717010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8" name="Google Shape;1868;p32"/>
            <p:cNvSpPr/>
            <p:nvPr/>
          </p:nvSpPr>
          <p:spPr>
            <a:xfrm>
              <a:off x="7108302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9" name="Google Shape;1869;p32"/>
            <p:cNvSpPr/>
            <p:nvPr/>
          </p:nvSpPr>
          <p:spPr>
            <a:xfrm>
              <a:off x="7347000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0" name="Google Shape;1870;p32"/>
            <p:cNvSpPr/>
            <p:nvPr/>
          </p:nvSpPr>
          <p:spPr>
            <a:xfrm>
              <a:off x="7285195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1" name="Google Shape;1871;p32"/>
            <p:cNvSpPr/>
            <p:nvPr/>
          </p:nvSpPr>
          <p:spPr>
            <a:xfrm>
              <a:off x="7227651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2" name="Google Shape;1872;p32"/>
            <p:cNvSpPr/>
            <p:nvPr/>
          </p:nvSpPr>
          <p:spPr>
            <a:xfrm>
              <a:off x="717010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3" name="Google Shape;1873;p32"/>
            <p:cNvSpPr/>
            <p:nvPr/>
          </p:nvSpPr>
          <p:spPr>
            <a:xfrm>
              <a:off x="7108302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74" name="Google Shape;1874;p32"/>
          <p:cNvGrpSpPr/>
          <p:nvPr/>
        </p:nvGrpSpPr>
        <p:grpSpPr>
          <a:xfrm>
            <a:off x="1709845" y="3503154"/>
            <a:ext cx="101875" cy="134875"/>
            <a:chOff x="3928495" y="333391"/>
            <a:chExt cx="101875" cy="134875"/>
          </a:xfrm>
        </p:grpSpPr>
        <p:grpSp>
          <p:nvGrpSpPr>
            <p:cNvPr id="1875" name="Google Shape;1875;p32"/>
            <p:cNvGrpSpPr/>
            <p:nvPr/>
          </p:nvGrpSpPr>
          <p:grpSpPr>
            <a:xfrm>
              <a:off x="3928495" y="379241"/>
              <a:ext cx="44700" cy="42600"/>
              <a:chOff x="3928495" y="379241"/>
              <a:chExt cx="44700" cy="42600"/>
            </a:xfrm>
          </p:grpSpPr>
          <p:sp>
            <p:nvSpPr>
              <p:cNvPr id="1876" name="Google Shape;1876;p32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7" name="Google Shape;1877;p32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78" name="Google Shape;1878;p32"/>
            <p:cNvGrpSpPr/>
            <p:nvPr/>
          </p:nvGrpSpPr>
          <p:grpSpPr>
            <a:xfrm>
              <a:off x="3985670" y="425666"/>
              <a:ext cx="44700" cy="42600"/>
              <a:chOff x="3928495" y="379241"/>
              <a:chExt cx="44700" cy="42600"/>
            </a:xfrm>
          </p:grpSpPr>
          <p:sp>
            <p:nvSpPr>
              <p:cNvPr id="1879" name="Google Shape;1879;p32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0" name="Google Shape;1880;p32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1" name="Google Shape;1881;p32"/>
            <p:cNvGrpSpPr/>
            <p:nvPr/>
          </p:nvGrpSpPr>
          <p:grpSpPr>
            <a:xfrm>
              <a:off x="3985670" y="333391"/>
              <a:ext cx="44700" cy="42600"/>
              <a:chOff x="3928495" y="379241"/>
              <a:chExt cx="44700" cy="42600"/>
            </a:xfrm>
          </p:grpSpPr>
          <p:sp>
            <p:nvSpPr>
              <p:cNvPr id="1882" name="Google Shape;1882;p32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3" name="Google Shape;1883;p32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84" name="Google Shape;1884;p32"/>
          <p:cNvGrpSpPr/>
          <p:nvPr/>
        </p:nvGrpSpPr>
        <p:grpSpPr>
          <a:xfrm>
            <a:off x="7614013" y="1356675"/>
            <a:ext cx="130200" cy="126125"/>
            <a:chOff x="3935725" y="167575"/>
            <a:chExt cx="130200" cy="126125"/>
          </a:xfrm>
        </p:grpSpPr>
        <p:sp>
          <p:nvSpPr>
            <p:cNvPr id="1885" name="Google Shape;1885;p32"/>
            <p:cNvSpPr/>
            <p:nvPr/>
          </p:nvSpPr>
          <p:spPr>
            <a:xfrm>
              <a:off x="3935725" y="1675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886" name="Google Shape;1886;p32"/>
            <p:cNvSpPr/>
            <p:nvPr/>
          </p:nvSpPr>
          <p:spPr>
            <a:xfrm>
              <a:off x="4000825" y="2017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887" name="Google Shape;1887;p32"/>
            <p:cNvSpPr/>
            <p:nvPr/>
          </p:nvSpPr>
          <p:spPr>
            <a:xfrm>
              <a:off x="3935725" y="237300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Contents</a:t>
            </a:r>
            <a:r>
              <a:rPr lang="en-US" b="0" dirty="0"/>
              <a:t> </a:t>
            </a:r>
            <a:endParaRPr dirty="0"/>
          </a:p>
        </p:txBody>
      </p:sp>
      <p:sp>
        <p:nvSpPr>
          <p:cNvPr id="1903" name="Google Shape;1903;p34"/>
          <p:cNvSpPr txBox="1">
            <a:spLocks noGrp="1"/>
          </p:cNvSpPr>
          <p:nvPr>
            <p:ph type="subTitle" idx="1"/>
          </p:nvPr>
        </p:nvSpPr>
        <p:spPr>
          <a:xfrm>
            <a:off x="-4661827" y="2398825"/>
            <a:ext cx="257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endParaRPr dirty="0"/>
          </a:p>
        </p:txBody>
      </p:sp>
      <p:sp>
        <p:nvSpPr>
          <p:cNvPr id="1906" name="Google Shape;1906;p34"/>
          <p:cNvSpPr txBox="1">
            <a:spLocks noGrp="1"/>
          </p:cNvSpPr>
          <p:nvPr>
            <p:ph type="title" idx="5"/>
          </p:nvPr>
        </p:nvSpPr>
        <p:spPr>
          <a:xfrm>
            <a:off x="901087" y="1440375"/>
            <a:ext cx="8205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01</a:t>
            </a:r>
            <a:endParaRPr/>
          </a:p>
        </p:txBody>
      </p:sp>
      <p:sp>
        <p:nvSpPr>
          <p:cNvPr id="1907" name="Google Shape;1907;p34"/>
          <p:cNvSpPr txBox="1">
            <a:spLocks noGrp="1"/>
          </p:cNvSpPr>
          <p:nvPr>
            <p:ph type="title" idx="7"/>
          </p:nvPr>
        </p:nvSpPr>
        <p:spPr>
          <a:xfrm>
            <a:off x="4759861" y="1440375"/>
            <a:ext cx="8205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02</a:t>
            </a:r>
            <a:endParaRPr/>
          </a:p>
        </p:txBody>
      </p:sp>
      <p:sp>
        <p:nvSpPr>
          <p:cNvPr id="1909" name="Google Shape;1909;p34"/>
          <p:cNvSpPr txBox="1">
            <a:spLocks noGrp="1"/>
          </p:cNvSpPr>
          <p:nvPr>
            <p:ph type="title" idx="6"/>
          </p:nvPr>
        </p:nvSpPr>
        <p:spPr>
          <a:xfrm>
            <a:off x="3100675" y="3297578"/>
            <a:ext cx="8205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03</a:t>
            </a:r>
            <a:endParaRPr dirty="0"/>
          </a:p>
        </p:txBody>
      </p:sp>
      <p:sp>
        <p:nvSpPr>
          <p:cNvPr id="1910" name="Google Shape;1910;p34"/>
          <p:cNvSpPr txBox="1">
            <a:spLocks noGrp="1"/>
          </p:cNvSpPr>
          <p:nvPr>
            <p:ph type="subTitle" idx="9"/>
          </p:nvPr>
        </p:nvSpPr>
        <p:spPr>
          <a:xfrm>
            <a:off x="5580361" y="1465745"/>
            <a:ext cx="2570100" cy="41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 smtClean="0"/>
              <a:t>Data Overview</a:t>
            </a:r>
            <a:endParaRPr lang="en-US" dirty="0"/>
          </a:p>
        </p:txBody>
      </p:sp>
      <p:sp>
        <p:nvSpPr>
          <p:cNvPr id="1911" name="Google Shape;1911;p34"/>
          <p:cNvSpPr txBox="1">
            <a:spLocks noGrp="1"/>
          </p:cNvSpPr>
          <p:nvPr>
            <p:ph type="subTitle" idx="13"/>
          </p:nvPr>
        </p:nvSpPr>
        <p:spPr>
          <a:xfrm>
            <a:off x="1712178" y="1373470"/>
            <a:ext cx="2570100" cy="8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Data Preparation </a:t>
            </a:r>
            <a:r>
              <a:rPr lang="en-US" dirty="0" smtClean="0"/>
              <a:t>with Power Query</a:t>
            </a:r>
            <a:endParaRPr lang="en-US" dirty="0"/>
          </a:p>
        </p:txBody>
      </p:sp>
      <p:sp>
        <p:nvSpPr>
          <p:cNvPr id="1913" name="Google Shape;1913;p34"/>
          <p:cNvSpPr txBox="1">
            <a:spLocks noGrp="1"/>
          </p:cNvSpPr>
          <p:nvPr>
            <p:ph type="subTitle" idx="15"/>
          </p:nvPr>
        </p:nvSpPr>
        <p:spPr>
          <a:xfrm>
            <a:off x="4000705" y="3206722"/>
            <a:ext cx="2570100" cy="8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 smtClean="0"/>
              <a:t>Data </a:t>
            </a:r>
            <a:r>
              <a:rPr lang="en-US" dirty="0"/>
              <a:t>Visualization in </a:t>
            </a:r>
            <a:r>
              <a:rPr lang="en-US" dirty="0" smtClean="0"/>
              <a:t>Power BI 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Google Shape;1918;p35"/>
          <p:cNvSpPr txBox="1">
            <a:spLocks noGrp="1"/>
          </p:cNvSpPr>
          <p:nvPr>
            <p:ph type="title"/>
          </p:nvPr>
        </p:nvSpPr>
        <p:spPr>
          <a:xfrm>
            <a:off x="1653000" y="3035290"/>
            <a:ext cx="5838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Data Preparation with Power Query</a:t>
            </a:r>
            <a:endParaRPr lang="en-US" dirty="0"/>
          </a:p>
        </p:txBody>
      </p:sp>
      <p:sp>
        <p:nvSpPr>
          <p:cNvPr id="1920" name="Google Shape;1920;p35"/>
          <p:cNvSpPr txBox="1">
            <a:spLocks noGrp="1"/>
          </p:cNvSpPr>
          <p:nvPr>
            <p:ph type="title" idx="2"/>
          </p:nvPr>
        </p:nvSpPr>
        <p:spPr>
          <a:xfrm>
            <a:off x="3720750" y="1181250"/>
            <a:ext cx="1702500" cy="103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 smtClean="0"/>
              <a:t>0</a:t>
            </a:r>
            <a:r>
              <a:rPr lang="en-US" dirty="0" smtClean="0"/>
              <a:t>1</a:t>
            </a:r>
            <a:endParaRPr dirty="0"/>
          </a:p>
        </p:txBody>
      </p:sp>
      <p:grpSp>
        <p:nvGrpSpPr>
          <p:cNvPr id="1921" name="Google Shape;1921;p35"/>
          <p:cNvGrpSpPr/>
          <p:nvPr/>
        </p:nvGrpSpPr>
        <p:grpSpPr>
          <a:xfrm>
            <a:off x="7358250" y="1285575"/>
            <a:ext cx="130200" cy="126125"/>
            <a:chOff x="3935725" y="167575"/>
            <a:chExt cx="130200" cy="126125"/>
          </a:xfrm>
        </p:grpSpPr>
        <p:sp>
          <p:nvSpPr>
            <p:cNvPr id="1922" name="Google Shape;1922;p35"/>
            <p:cNvSpPr/>
            <p:nvPr/>
          </p:nvSpPr>
          <p:spPr>
            <a:xfrm>
              <a:off x="3935725" y="1675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923" name="Google Shape;1923;p35"/>
            <p:cNvSpPr/>
            <p:nvPr/>
          </p:nvSpPr>
          <p:spPr>
            <a:xfrm>
              <a:off x="4000825" y="2017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924" name="Google Shape;1924;p35"/>
            <p:cNvSpPr/>
            <p:nvPr/>
          </p:nvSpPr>
          <p:spPr>
            <a:xfrm>
              <a:off x="3935725" y="237300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925" name="Google Shape;1925;p35"/>
          <p:cNvGrpSpPr/>
          <p:nvPr/>
        </p:nvGrpSpPr>
        <p:grpSpPr>
          <a:xfrm>
            <a:off x="8146817" y="1602437"/>
            <a:ext cx="449076" cy="119073"/>
            <a:chOff x="7108302" y="2550931"/>
            <a:chExt cx="281323" cy="74593"/>
          </a:xfrm>
        </p:grpSpPr>
        <p:sp>
          <p:nvSpPr>
            <p:cNvPr id="1926" name="Google Shape;1926;p35"/>
            <p:cNvSpPr/>
            <p:nvPr/>
          </p:nvSpPr>
          <p:spPr>
            <a:xfrm>
              <a:off x="7347000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7" name="Google Shape;1927;p35"/>
            <p:cNvSpPr/>
            <p:nvPr/>
          </p:nvSpPr>
          <p:spPr>
            <a:xfrm>
              <a:off x="7285195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8" name="Google Shape;1928;p35"/>
            <p:cNvSpPr/>
            <p:nvPr/>
          </p:nvSpPr>
          <p:spPr>
            <a:xfrm>
              <a:off x="7227651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9" name="Google Shape;1929;p35"/>
            <p:cNvSpPr/>
            <p:nvPr/>
          </p:nvSpPr>
          <p:spPr>
            <a:xfrm>
              <a:off x="717010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0" name="Google Shape;1930;p35"/>
            <p:cNvSpPr/>
            <p:nvPr/>
          </p:nvSpPr>
          <p:spPr>
            <a:xfrm>
              <a:off x="7108302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1" name="Google Shape;1931;p35"/>
            <p:cNvSpPr/>
            <p:nvPr/>
          </p:nvSpPr>
          <p:spPr>
            <a:xfrm>
              <a:off x="7347000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2" name="Google Shape;1932;p35"/>
            <p:cNvSpPr/>
            <p:nvPr/>
          </p:nvSpPr>
          <p:spPr>
            <a:xfrm>
              <a:off x="7285195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3" name="Google Shape;1933;p35"/>
            <p:cNvSpPr/>
            <p:nvPr/>
          </p:nvSpPr>
          <p:spPr>
            <a:xfrm>
              <a:off x="7227651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4" name="Google Shape;1934;p35"/>
            <p:cNvSpPr/>
            <p:nvPr/>
          </p:nvSpPr>
          <p:spPr>
            <a:xfrm>
              <a:off x="717010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5" name="Google Shape;1935;p35"/>
            <p:cNvSpPr/>
            <p:nvPr/>
          </p:nvSpPr>
          <p:spPr>
            <a:xfrm>
              <a:off x="7108302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4950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39"/>
          <p:cNvSpPr txBox="1">
            <a:spLocks noGrp="1"/>
          </p:cNvSpPr>
          <p:nvPr>
            <p:ph type="title"/>
          </p:nvPr>
        </p:nvSpPr>
        <p:spPr>
          <a:xfrm>
            <a:off x="613936" y="439274"/>
            <a:ext cx="811681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smtClean="0"/>
              <a:t>How We </a:t>
            </a:r>
            <a:r>
              <a:rPr lang="en-US" dirty="0" smtClean="0"/>
              <a:t>prepare </a:t>
            </a:r>
            <a:r>
              <a:rPr lang="en-US" dirty="0"/>
              <a:t>Data </a:t>
            </a:r>
            <a:r>
              <a:rPr lang="en-US" dirty="0" smtClean="0"/>
              <a:t>for </a:t>
            </a:r>
            <a:r>
              <a:rPr lang="en-US" dirty="0" smtClean="0"/>
              <a:t>Analysis?</a:t>
            </a:r>
            <a:r>
              <a:rPr lang="en-US" dirty="0"/>
              <a:t/>
            </a:r>
            <a:br>
              <a:rPr lang="en-US" dirty="0"/>
            </a:br>
            <a:endParaRPr dirty="0"/>
          </a:p>
        </p:txBody>
      </p:sp>
      <p:sp>
        <p:nvSpPr>
          <p:cNvPr id="1988" name="Google Shape;1988;p39"/>
          <p:cNvSpPr txBox="1">
            <a:spLocks noGrp="1"/>
          </p:cNvSpPr>
          <p:nvPr>
            <p:ph type="subTitle" idx="1"/>
          </p:nvPr>
        </p:nvSpPr>
        <p:spPr>
          <a:xfrm>
            <a:off x="-62558" y="2203699"/>
            <a:ext cx="3309165" cy="20715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smtClean="0"/>
              <a:t>Promote</a:t>
            </a:r>
          </a:p>
          <a:p>
            <a:r>
              <a:rPr lang="en-US" dirty="0" smtClean="0"/>
              <a:t>Headers title</a:t>
            </a:r>
          </a:p>
          <a:p>
            <a:endParaRPr lang="en-US" dirty="0" smtClean="0"/>
          </a:p>
        </p:txBody>
      </p:sp>
      <p:sp>
        <p:nvSpPr>
          <p:cNvPr id="1989" name="Google Shape;1989;p39"/>
          <p:cNvSpPr txBox="1">
            <a:spLocks noGrp="1"/>
          </p:cNvSpPr>
          <p:nvPr>
            <p:ph type="subTitle" idx="2"/>
          </p:nvPr>
        </p:nvSpPr>
        <p:spPr>
          <a:xfrm>
            <a:off x="3461046" y="1972451"/>
            <a:ext cx="2124679" cy="9724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smtClean="0"/>
              <a:t> </a:t>
            </a:r>
          </a:p>
          <a:p>
            <a:r>
              <a:rPr lang="en-US" b="1" dirty="0" smtClean="0"/>
              <a:t>Remove </a:t>
            </a:r>
          </a:p>
          <a:p>
            <a:r>
              <a:rPr lang="en-US" dirty="0" smtClean="0"/>
              <a:t>Duplicate rows</a:t>
            </a:r>
          </a:p>
          <a:p>
            <a:endParaRPr lang="en-US" dirty="0"/>
          </a:p>
        </p:txBody>
      </p:sp>
      <p:sp>
        <p:nvSpPr>
          <p:cNvPr id="1990" name="Google Shape;1990;p39"/>
          <p:cNvSpPr txBox="1">
            <a:spLocks noGrp="1"/>
          </p:cNvSpPr>
          <p:nvPr>
            <p:ph type="subTitle" idx="3"/>
          </p:nvPr>
        </p:nvSpPr>
        <p:spPr>
          <a:xfrm>
            <a:off x="5688067" y="2249243"/>
            <a:ext cx="3067449" cy="7451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R</a:t>
            </a:r>
            <a:r>
              <a:rPr lang="en-US" b="1" dirty="0" smtClean="0"/>
              <a:t>eplace </a:t>
            </a:r>
            <a:endParaRPr lang="en-US" b="1" dirty="0" smtClean="0"/>
          </a:p>
          <a:p>
            <a:pPr marL="0" lvl="0" indent="0"/>
            <a:r>
              <a:rPr lang="en-US" dirty="0" smtClean="0"/>
              <a:t>UPI </a:t>
            </a:r>
            <a:r>
              <a:rPr lang="en-US" dirty="0"/>
              <a:t>to unified payments </a:t>
            </a:r>
            <a:r>
              <a:rPr lang="en-US" dirty="0" smtClean="0"/>
              <a:t>interface</a:t>
            </a:r>
            <a:endParaRPr lang="en-US" dirty="0" smtClean="0"/>
          </a:p>
        </p:txBody>
      </p:sp>
      <p:sp>
        <p:nvSpPr>
          <p:cNvPr id="1991" name="Google Shape;1991;p39"/>
          <p:cNvSpPr txBox="1">
            <a:spLocks noGrp="1"/>
          </p:cNvSpPr>
          <p:nvPr>
            <p:ph type="subTitle" idx="4"/>
          </p:nvPr>
        </p:nvSpPr>
        <p:spPr>
          <a:xfrm>
            <a:off x="611594" y="1826201"/>
            <a:ext cx="2175300" cy="43675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Check </a:t>
            </a:r>
            <a:r>
              <a:rPr lang="en-US" dirty="0" smtClean="0"/>
              <a:t>Data </a:t>
            </a:r>
            <a:endParaRPr dirty="0"/>
          </a:p>
        </p:txBody>
      </p:sp>
      <p:sp>
        <p:nvSpPr>
          <p:cNvPr id="1992" name="Google Shape;1992;p39"/>
          <p:cNvSpPr txBox="1">
            <a:spLocks noGrp="1"/>
          </p:cNvSpPr>
          <p:nvPr>
            <p:ph type="subTitle" idx="5"/>
          </p:nvPr>
        </p:nvSpPr>
        <p:spPr>
          <a:xfrm>
            <a:off x="6170254" y="1875894"/>
            <a:ext cx="2330591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 smtClean="0"/>
              <a:t>Edit Data</a:t>
            </a:r>
            <a:endParaRPr dirty="0"/>
          </a:p>
        </p:txBody>
      </p:sp>
      <p:sp>
        <p:nvSpPr>
          <p:cNvPr id="1993" name="Google Shape;1993;p39"/>
          <p:cNvSpPr txBox="1">
            <a:spLocks noGrp="1"/>
          </p:cNvSpPr>
          <p:nvPr>
            <p:ph type="subTitle" idx="6"/>
          </p:nvPr>
        </p:nvSpPr>
        <p:spPr>
          <a:xfrm>
            <a:off x="3515687" y="1855043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</a:t>
            </a:r>
            <a:r>
              <a:rPr lang="fr" dirty="0" smtClean="0"/>
              <a:t>lean </a:t>
            </a:r>
            <a:r>
              <a:rPr lang="fr" dirty="0"/>
              <a:t>D</a:t>
            </a:r>
            <a:r>
              <a:rPr lang="fr" dirty="0" smtClean="0"/>
              <a:t>ata</a:t>
            </a:r>
            <a:endParaRPr dirty="0"/>
          </a:p>
        </p:txBody>
      </p:sp>
      <p:grpSp>
        <p:nvGrpSpPr>
          <p:cNvPr id="1994" name="Google Shape;1994;p39"/>
          <p:cNvGrpSpPr/>
          <p:nvPr/>
        </p:nvGrpSpPr>
        <p:grpSpPr>
          <a:xfrm>
            <a:off x="1531985" y="1429503"/>
            <a:ext cx="339200" cy="339271"/>
            <a:chOff x="5049725" y="2027900"/>
            <a:chExt cx="481750" cy="481850"/>
          </a:xfrm>
        </p:grpSpPr>
        <p:sp>
          <p:nvSpPr>
            <p:cNvPr id="1995" name="Google Shape;1995;p39"/>
            <p:cNvSpPr/>
            <p:nvPr/>
          </p:nvSpPr>
          <p:spPr>
            <a:xfrm>
              <a:off x="5191775" y="2394925"/>
              <a:ext cx="197625" cy="114825"/>
            </a:xfrm>
            <a:custGeom>
              <a:avLst/>
              <a:gdLst/>
              <a:ahLst/>
              <a:cxnLst/>
              <a:rect l="l" t="t" r="r" b="b"/>
              <a:pathLst>
                <a:path w="7905" h="4593" extrusionOk="0">
                  <a:moveTo>
                    <a:pt x="0" y="0"/>
                  </a:moveTo>
                  <a:lnTo>
                    <a:pt x="0" y="566"/>
                  </a:lnTo>
                  <a:cubicBezTo>
                    <a:pt x="3" y="1298"/>
                    <a:pt x="479" y="1949"/>
                    <a:pt x="1178" y="2171"/>
                  </a:cubicBezTo>
                  <a:cubicBezTo>
                    <a:pt x="1407" y="3502"/>
                    <a:pt x="2560" y="4593"/>
                    <a:pt x="3954" y="4593"/>
                  </a:cubicBezTo>
                  <a:cubicBezTo>
                    <a:pt x="5345" y="4593"/>
                    <a:pt x="6499" y="3502"/>
                    <a:pt x="6728" y="2171"/>
                  </a:cubicBezTo>
                  <a:cubicBezTo>
                    <a:pt x="7426" y="1949"/>
                    <a:pt x="7902" y="1298"/>
                    <a:pt x="7905" y="566"/>
                  </a:cubicBezTo>
                  <a:lnTo>
                    <a:pt x="790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96" name="Google Shape;1996;p39"/>
            <p:cNvSpPr/>
            <p:nvPr/>
          </p:nvSpPr>
          <p:spPr>
            <a:xfrm>
              <a:off x="5113625" y="2027900"/>
              <a:ext cx="347300" cy="338825"/>
            </a:xfrm>
            <a:custGeom>
              <a:avLst/>
              <a:gdLst/>
              <a:ahLst/>
              <a:cxnLst/>
              <a:rect l="l" t="t" r="r" b="b"/>
              <a:pathLst>
                <a:path w="13892" h="13553" extrusionOk="0">
                  <a:moveTo>
                    <a:pt x="7080" y="2260"/>
                  </a:moveTo>
                  <a:cubicBezTo>
                    <a:pt x="9574" y="2263"/>
                    <a:pt x="11594" y="4284"/>
                    <a:pt x="11597" y="6777"/>
                  </a:cubicBezTo>
                  <a:cubicBezTo>
                    <a:pt x="11597" y="7090"/>
                    <a:pt x="11344" y="7340"/>
                    <a:pt x="11031" y="7340"/>
                  </a:cubicBezTo>
                  <a:cubicBezTo>
                    <a:pt x="10718" y="7340"/>
                    <a:pt x="10468" y="7090"/>
                    <a:pt x="10468" y="6777"/>
                  </a:cubicBezTo>
                  <a:cubicBezTo>
                    <a:pt x="10465" y="4907"/>
                    <a:pt x="8950" y="3392"/>
                    <a:pt x="7080" y="3389"/>
                  </a:cubicBezTo>
                  <a:cubicBezTo>
                    <a:pt x="6767" y="3389"/>
                    <a:pt x="6514" y="3136"/>
                    <a:pt x="6514" y="2826"/>
                  </a:cubicBezTo>
                  <a:cubicBezTo>
                    <a:pt x="6514" y="2513"/>
                    <a:pt x="6767" y="2260"/>
                    <a:pt x="7080" y="2260"/>
                  </a:cubicBezTo>
                  <a:close/>
                  <a:moveTo>
                    <a:pt x="7070" y="1"/>
                  </a:moveTo>
                  <a:cubicBezTo>
                    <a:pt x="6595" y="1"/>
                    <a:pt x="6111" y="50"/>
                    <a:pt x="5623" y="152"/>
                  </a:cubicBezTo>
                  <a:cubicBezTo>
                    <a:pt x="3075" y="685"/>
                    <a:pt x="1001" y="2754"/>
                    <a:pt x="459" y="5301"/>
                  </a:cubicBezTo>
                  <a:cubicBezTo>
                    <a:pt x="1" y="7469"/>
                    <a:pt x="567" y="9644"/>
                    <a:pt x="2015" y="11270"/>
                  </a:cubicBezTo>
                  <a:cubicBezTo>
                    <a:pt x="2584" y="11908"/>
                    <a:pt x="2952" y="12703"/>
                    <a:pt x="3072" y="13552"/>
                  </a:cubicBezTo>
                  <a:lnTo>
                    <a:pt x="11088" y="13552"/>
                  </a:lnTo>
                  <a:cubicBezTo>
                    <a:pt x="11221" y="12691"/>
                    <a:pt x="11597" y="11887"/>
                    <a:pt x="12175" y="11233"/>
                  </a:cubicBezTo>
                  <a:cubicBezTo>
                    <a:pt x="13259" y="10002"/>
                    <a:pt x="13892" y="8418"/>
                    <a:pt x="13892" y="6777"/>
                  </a:cubicBezTo>
                  <a:cubicBezTo>
                    <a:pt x="13892" y="2969"/>
                    <a:pt x="10766" y="1"/>
                    <a:pt x="70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97" name="Google Shape;1997;p39"/>
            <p:cNvSpPr/>
            <p:nvPr/>
          </p:nvSpPr>
          <p:spPr>
            <a:xfrm>
              <a:off x="5049725" y="2197300"/>
              <a:ext cx="56400" cy="28275"/>
            </a:xfrm>
            <a:custGeom>
              <a:avLst/>
              <a:gdLst/>
              <a:ahLst/>
              <a:cxnLst/>
              <a:rect l="l" t="t" r="r" b="b"/>
              <a:pathLst>
                <a:path w="2256" h="1131" extrusionOk="0">
                  <a:moveTo>
                    <a:pt x="563" y="1"/>
                  </a:moveTo>
                  <a:cubicBezTo>
                    <a:pt x="250" y="1"/>
                    <a:pt x="0" y="254"/>
                    <a:pt x="0" y="567"/>
                  </a:cubicBezTo>
                  <a:cubicBezTo>
                    <a:pt x="0" y="877"/>
                    <a:pt x="250" y="1130"/>
                    <a:pt x="563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98" name="Google Shape;1998;p39"/>
            <p:cNvSpPr/>
            <p:nvPr/>
          </p:nvSpPr>
          <p:spPr>
            <a:xfrm>
              <a:off x="5052575" y="2102800"/>
              <a:ext cx="50850" cy="48075"/>
            </a:xfrm>
            <a:custGeom>
              <a:avLst/>
              <a:gdLst/>
              <a:ahLst/>
              <a:cxnLst/>
              <a:rect l="l" t="t" r="r" b="b"/>
              <a:pathLst>
                <a:path w="2034" h="1923" extrusionOk="0">
                  <a:moveTo>
                    <a:pt x="623" y="0"/>
                  </a:moveTo>
                  <a:cubicBezTo>
                    <a:pt x="478" y="0"/>
                    <a:pt x="333" y="56"/>
                    <a:pt x="224" y="167"/>
                  </a:cubicBezTo>
                  <a:cubicBezTo>
                    <a:pt x="4" y="384"/>
                    <a:pt x="1" y="736"/>
                    <a:pt x="214" y="959"/>
                  </a:cubicBezTo>
                  <a:lnTo>
                    <a:pt x="1015" y="1757"/>
                  </a:lnTo>
                  <a:cubicBezTo>
                    <a:pt x="1125" y="1867"/>
                    <a:pt x="1269" y="1922"/>
                    <a:pt x="1413" y="1922"/>
                  </a:cubicBezTo>
                  <a:cubicBezTo>
                    <a:pt x="1558" y="1922"/>
                    <a:pt x="1702" y="1867"/>
                    <a:pt x="1813" y="1757"/>
                  </a:cubicBezTo>
                  <a:cubicBezTo>
                    <a:pt x="2033" y="1534"/>
                    <a:pt x="2033" y="1179"/>
                    <a:pt x="1813" y="959"/>
                  </a:cubicBezTo>
                  <a:lnTo>
                    <a:pt x="1015" y="158"/>
                  </a:lnTo>
                  <a:cubicBezTo>
                    <a:pt x="906" y="53"/>
                    <a:pt x="764" y="0"/>
                    <a:pt x="6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99" name="Google Shape;1999;p39"/>
            <p:cNvSpPr/>
            <p:nvPr/>
          </p:nvSpPr>
          <p:spPr>
            <a:xfrm>
              <a:off x="5052575" y="2272175"/>
              <a:ext cx="50700" cy="47900"/>
            </a:xfrm>
            <a:custGeom>
              <a:avLst/>
              <a:gdLst/>
              <a:ahLst/>
              <a:cxnLst/>
              <a:rect l="l" t="t" r="r" b="b"/>
              <a:pathLst>
                <a:path w="2028" h="1916" extrusionOk="0">
                  <a:moveTo>
                    <a:pt x="1405" y="0"/>
                  </a:moveTo>
                  <a:cubicBezTo>
                    <a:pt x="1264" y="0"/>
                    <a:pt x="1124" y="53"/>
                    <a:pt x="1015" y="159"/>
                  </a:cubicBezTo>
                  <a:lnTo>
                    <a:pt x="214" y="960"/>
                  </a:lnTo>
                  <a:cubicBezTo>
                    <a:pt x="1" y="1179"/>
                    <a:pt x="4" y="1532"/>
                    <a:pt x="224" y="1749"/>
                  </a:cubicBezTo>
                  <a:cubicBezTo>
                    <a:pt x="333" y="1860"/>
                    <a:pt x="478" y="1916"/>
                    <a:pt x="623" y="1916"/>
                  </a:cubicBezTo>
                  <a:cubicBezTo>
                    <a:pt x="764" y="1916"/>
                    <a:pt x="906" y="1863"/>
                    <a:pt x="1015" y="1758"/>
                  </a:cubicBezTo>
                  <a:lnTo>
                    <a:pt x="1813" y="960"/>
                  </a:lnTo>
                  <a:cubicBezTo>
                    <a:pt x="2027" y="737"/>
                    <a:pt x="2024" y="384"/>
                    <a:pt x="1804" y="168"/>
                  </a:cubicBezTo>
                  <a:cubicBezTo>
                    <a:pt x="1695" y="56"/>
                    <a:pt x="1550" y="0"/>
                    <a:pt x="14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00" name="Google Shape;2000;p39"/>
            <p:cNvSpPr/>
            <p:nvPr/>
          </p:nvSpPr>
          <p:spPr>
            <a:xfrm>
              <a:off x="5475050" y="2197300"/>
              <a:ext cx="56425" cy="28275"/>
            </a:xfrm>
            <a:custGeom>
              <a:avLst/>
              <a:gdLst/>
              <a:ahLst/>
              <a:cxnLst/>
              <a:rect l="l" t="t" r="r" b="b"/>
              <a:pathLst>
                <a:path w="2257" h="1131" extrusionOk="0">
                  <a:moveTo>
                    <a:pt x="564" y="1"/>
                  </a:moveTo>
                  <a:cubicBezTo>
                    <a:pt x="251" y="1"/>
                    <a:pt x="1" y="254"/>
                    <a:pt x="1" y="567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01" name="Google Shape;2001;p39"/>
            <p:cNvSpPr/>
            <p:nvPr/>
          </p:nvSpPr>
          <p:spPr>
            <a:xfrm>
              <a:off x="5477925" y="2102800"/>
              <a:ext cx="50675" cy="47900"/>
            </a:xfrm>
            <a:custGeom>
              <a:avLst/>
              <a:gdLst/>
              <a:ahLst/>
              <a:cxnLst/>
              <a:rect l="l" t="t" r="r" b="b"/>
              <a:pathLst>
                <a:path w="2027" h="1916" extrusionOk="0">
                  <a:moveTo>
                    <a:pt x="1405" y="0"/>
                  </a:moveTo>
                  <a:cubicBezTo>
                    <a:pt x="1264" y="0"/>
                    <a:pt x="1123" y="53"/>
                    <a:pt x="1015" y="158"/>
                  </a:cubicBezTo>
                  <a:lnTo>
                    <a:pt x="214" y="959"/>
                  </a:lnTo>
                  <a:cubicBezTo>
                    <a:pt x="0" y="1179"/>
                    <a:pt x="3" y="1531"/>
                    <a:pt x="223" y="1748"/>
                  </a:cubicBezTo>
                  <a:cubicBezTo>
                    <a:pt x="333" y="1860"/>
                    <a:pt x="478" y="1915"/>
                    <a:pt x="623" y="1915"/>
                  </a:cubicBezTo>
                  <a:cubicBezTo>
                    <a:pt x="764" y="1915"/>
                    <a:pt x="905" y="1863"/>
                    <a:pt x="1015" y="1757"/>
                  </a:cubicBezTo>
                  <a:lnTo>
                    <a:pt x="1813" y="959"/>
                  </a:lnTo>
                  <a:cubicBezTo>
                    <a:pt x="2027" y="736"/>
                    <a:pt x="2024" y="384"/>
                    <a:pt x="1804" y="167"/>
                  </a:cubicBezTo>
                  <a:cubicBezTo>
                    <a:pt x="1694" y="56"/>
                    <a:pt x="1549" y="0"/>
                    <a:pt x="14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02" name="Google Shape;2002;p39"/>
            <p:cNvSpPr/>
            <p:nvPr/>
          </p:nvSpPr>
          <p:spPr>
            <a:xfrm>
              <a:off x="5477775" y="2272000"/>
              <a:ext cx="50825" cy="48075"/>
            </a:xfrm>
            <a:custGeom>
              <a:avLst/>
              <a:gdLst/>
              <a:ahLst/>
              <a:cxnLst/>
              <a:rect l="l" t="t" r="r" b="b"/>
              <a:pathLst>
                <a:path w="2033" h="1923" extrusionOk="0">
                  <a:moveTo>
                    <a:pt x="621" y="1"/>
                  </a:moveTo>
                  <a:cubicBezTo>
                    <a:pt x="476" y="1"/>
                    <a:pt x="331" y="56"/>
                    <a:pt x="220" y="166"/>
                  </a:cubicBezTo>
                  <a:cubicBezTo>
                    <a:pt x="0" y="388"/>
                    <a:pt x="0" y="744"/>
                    <a:pt x="220" y="967"/>
                  </a:cubicBezTo>
                  <a:lnTo>
                    <a:pt x="1021" y="1765"/>
                  </a:lnTo>
                  <a:cubicBezTo>
                    <a:pt x="1129" y="1870"/>
                    <a:pt x="1270" y="1923"/>
                    <a:pt x="1411" y="1923"/>
                  </a:cubicBezTo>
                  <a:cubicBezTo>
                    <a:pt x="1555" y="1923"/>
                    <a:pt x="1700" y="1867"/>
                    <a:pt x="1810" y="1756"/>
                  </a:cubicBezTo>
                  <a:cubicBezTo>
                    <a:pt x="2030" y="1539"/>
                    <a:pt x="2033" y="1186"/>
                    <a:pt x="1819" y="967"/>
                  </a:cubicBezTo>
                  <a:lnTo>
                    <a:pt x="1021" y="166"/>
                  </a:lnTo>
                  <a:cubicBezTo>
                    <a:pt x="910" y="56"/>
                    <a:pt x="765" y="1"/>
                    <a:pt x="6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003" name="Google Shape;2003;p39"/>
          <p:cNvGrpSpPr/>
          <p:nvPr/>
        </p:nvGrpSpPr>
        <p:grpSpPr>
          <a:xfrm>
            <a:off x="7201760" y="1448663"/>
            <a:ext cx="340573" cy="339271"/>
            <a:chOff x="898875" y="4399275"/>
            <a:chExt cx="483700" cy="481850"/>
          </a:xfrm>
        </p:grpSpPr>
        <p:sp>
          <p:nvSpPr>
            <p:cNvPr id="2004" name="Google Shape;2004;p39"/>
            <p:cNvSpPr/>
            <p:nvPr/>
          </p:nvSpPr>
          <p:spPr>
            <a:xfrm>
              <a:off x="992750" y="4642900"/>
              <a:ext cx="145300" cy="144100"/>
            </a:xfrm>
            <a:custGeom>
              <a:avLst/>
              <a:gdLst/>
              <a:ahLst/>
              <a:cxnLst/>
              <a:rect l="l" t="t" r="r" b="b"/>
              <a:pathLst>
                <a:path w="5812" h="5764" extrusionOk="0">
                  <a:moveTo>
                    <a:pt x="994" y="0"/>
                  </a:moveTo>
                  <a:lnTo>
                    <a:pt x="988" y="12"/>
                  </a:lnTo>
                  <a:cubicBezTo>
                    <a:pt x="988" y="9"/>
                    <a:pt x="991" y="6"/>
                    <a:pt x="991" y="3"/>
                  </a:cubicBezTo>
                  <a:lnTo>
                    <a:pt x="991" y="3"/>
                  </a:lnTo>
                  <a:lnTo>
                    <a:pt x="979" y="27"/>
                  </a:lnTo>
                  <a:lnTo>
                    <a:pt x="108" y="1759"/>
                  </a:lnTo>
                  <a:cubicBezTo>
                    <a:pt x="0" y="1976"/>
                    <a:pt x="42" y="2241"/>
                    <a:pt x="214" y="2415"/>
                  </a:cubicBezTo>
                  <a:lnTo>
                    <a:pt x="3397" y="5598"/>
                  </a:lnTo>
                  <a:cubicBezTo>
                    <a:pt x="3506" y="5707"/>
                    <a:pt x="3649" y="5763"/>
                    <a:pt x="3795" y="5763"/>
                  </a:cubicBezTo>
                  <a:cubicBezTo>
                    <a:pt x="3883" y="5763"/>
                    <a:pt x="3971" y="5743"/>
                    <a:pt x="4053" y="5701"/>
                  </a:cubicBezTo>
                  <a:lnTo>
                    <a:pt x="5797" y="4827"/>
                  </a:lnTo>
                  <a:lnTo>
                    <a:pt x="5800" y="4824"/>
                  </a:lnTo>
                  <a:lnTo>
                    <a:pt x="5812" y="4818"/>
                  </a:lnTo>
                  <a:lnTo>
                    <a:pt x="9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05" name="Google Shape;2005;p39"/>
            <p:cNvSpPr/>
            <p:nvPr/>
          </p:nvSpPr>
          <p:spPr>
            <a:xfrm>
              <a:off x="1138025" y="4763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06" name="Google Shape;2006;p39"/>
            <p:cNvSpPr/>
            <p:nvPr/>
          </p:nvSpPr>
          <p:spPr>
            <a:xfrm>
              <a:off x="1269550" y="4399275"/>
              <a:ext cx="113025" cy="112125"/>
            </a:xfrm>
            <a:custGeom>
              <a:avLst/>
              <a:gdLst/>
              <a:ahLst/>
              <a:cxnLst/>
              <a:rect l="l" t="t" r="r" b="b"/>
              <a:pathLst>
                <a:path w="4521" h="4485" extrusionOk="0">
                  <a:moveTo>
                    <a:pt x="3066" y="1"/>
                  </a:moveTo>
                  <a:cubicBezTo>
                    <a:pt x="1947" y="1"/>
                    <a:pt x="938" y="82"/>
                    <a:pt x="0" y="239"/>
                  </a:cubicBezTo>
                  <a:lnTo>
                    <a:pt x="9" y="895"/>
                  </a:lnTo>
                  <a:cubicBezTo>
                    <a:pt x="34" y="2862"/>
                    <a:pt x="1623" y="4452"/>
                    <a:pt x="3590" y="4476"/>
                  </a:cubicBezTo>
                  <a:lnTo>
                    <a:pt x="4243" y="4485"/>
                  </a:lnTo>
                  <a:cubicBezTo>
                    <a:pt x="4439" y="3313"/>
                    <a:pt x="4520" y="2028"/>
                    <a:pt x="4469" y="561"/>
                  </a:cubicBezTo>
                  <a:cubicBezTo>
                    <a:pt x="4457" y="266"/>
                    <a:pt x="4219" y="28"/>
                    <a:pt x="3924" y="16"/>
                  </a:cubicBezTo>
                  <a:cubicBezTo>
                    <a:pt x="3631" y="6"/>
                    <a:pt x="3345" y="1"/>
                    <a:pt x="30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07" name="Google Shape;2007;p39"/>
            <p:cNvSpPr/>
            <p:nvPr/>
          </p:nvSpPr>
          <p:spPr>
            <a:xfrm>
              <a:off x="1161975" y="4531175"/>
              <a:ext cx="91400" cy="84350"/>
            </a:xfrm>
            <a:custGeom>
              <a:avLst/>
              <a:gdLst/>
              <a:ahLst/>
              <a:cxnLst/>
              <a:rect l="l" t="t" r="r" b="b"/>
              <a:pathLst>
                <a:path w="3656" h="3374" extrusionOk="0">
                  <a:moveTo>
                    <a:pt x="1821" y="1"/>
                  </a:moveTo>
                  <a:cubicBezTo>
                    <a:pt x="1137" y="1"/>
                    <a:pt x="523" y="415"/>
                    <a:pt x="262" y="1046"/>
                  </a:cubicBezTo>
                  <a:cubicBezTo>
                    <a:pt x="0" y="1678"/>
                    <a:pt x="145" y="2410"/>
                    <a:pt x="633" y="2894"/>
                  </a:cubicBezTo>
                  <a:cubicBezTo>
                    <a:pt x="952" y="3214"/>
                    <a:pt x="1391" y="3373"/>
                    <a:pt x="1830" y="3373"/>
                  </a:cubicBezTo>
                  <a:cubicBezTo>
                    <a:pt x="2269" y="3373"/>
                    <a:pt x="2707" y="3214"/>
                    <a:pt x="3027" y="2894"/>
                  </a:cubicBezTo>
                  <a:cubicBezTo>
                    <a:pt x="3511" y="2410"/>
                    <a:pt x="3656" y="1681"/>
                    <a:pt x="3394" y="1046"/>
                  </a:cubicBezTo>
                  <a:cubicBezTo>
                    <a:pt x="3132" y="413"/>
                    <a:pt x="2515" y="1"/>
                    <a:pt x="1828" y="1"/>
                  </a:cubicBezTo>
                  <a:cubicBezTo>
                    <a:pt x="1826" y="1"/>
                    <a:pt x="1823" y="1"/>
                    <a:pt x="18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08" name="Google Shape;2008;p39"/>
            <p:cNvSpPr/>
            <p:nvPr/>
          </p:nvSpPr>
          <p:spPr>
            <a:xfrm>
              <a:off x="1031050" y="4411100"/>
              <a:ext cx="338650" cy="338725"/>
            </a:xfrm>
            <a:custGeom>
              <a:avLst/>
              <a:gdLst/>
              <a:ahLst/>
              <a:cxnLst/>
              <a:rect l="l" t="t" r="r" b="b"/>
              <a:pathLst>
                <a:path w="13546" h="13549" extrusionOk="0">
                  <a:moveTo>
                    <a:pt x="7066" y="3673"/>
                  </a:moveTo>
                  <a:cubicBezTo>
                    <a:pt x="7800" y="3673"/>
                    <a:pt x="8522" y="3960"/>
                    <a:pt x="9062" y="4500"/>
                  </a:cubicBezTo>
                  <a:cubicBezTo>
                    <a:pt x="10170" y="5602"/>
                    <a:pt x="10170" y="7393"/>
                    <a:pt x="9062" y="8492"/>
                  </a:cubicBezTo>
                  <a:cubicBezTo>
                    <a:pt x="8522" y="9032"/>
                    <a:pt x="7800" y="9319"/>
                    <a:pt x="7066" y="9319"/>
                  </a:cubicBezTo>
                  <a:cubicBezTo>
                    <a:pt x="6702" y="9319"/>
                    <a:pt x="6334" y="9248"/>
                    <a:pt x="5984" y="9104"/>
                  </a:cubicBezTo>
                  <a:cubicBezTo>
                    <a:pt x="4930" y="8667"/>
                    <a:pt x="4244" y="7637"/>
                    <a:pt x="4244" y="6496"/>
                  </a:cubicBezTo>
                  <a:cubicBezTo>
                    <a:pt x="4244" y="5355"/>
                    <a:pt x="4930" y="4325"/>
                    <a:pt x="5984" y="3888"/>
                  </a:cubicBezTo>
                  <a:cubicBezTo>
                    <a:pt x="6334" y="3744"/>
                    <a:pt x="6702" y="3673"/>
                    <a:pt x="7066" y="3673"/>
                  </a:cubicBezTo>
                  <a:close/>
                  <a:moveTo>
                    <a:pt x="3868" y="9124"/>
                  </a:moveTo>
                  <a:cubicBezTo>
                    <a:pt x="4006" y="9124"/>
                    <a:pt x="4147" y="9176"/>
                    <a:pt x="4262" y="9290"/>
                  </a:cubicBezTo>
                  <a:cubicBezTo>
                    <a:pt x="4481" y="9510"/>
                    <a:pt x="4481" y="9869"/>
                    <a:pt x="4262" y="10088"/>
                  </a:cubicBezTo>
                  <a:cubicBezTo>
                    <a:pt x="4147" y="10204"/>
                    <a:pt x="4005" y="10255"/>
                    <a:pt x="3866" y="10255"/>
                  </a:cubicBezTo>
                  <a:cubicBezTo>
                    <a:pt x="3576" y="10255"/>
                    <a:pt x="3298" y="10031"/>
                    <a:pt x="3298" y="9691"/>
                  </a:cubicBezTo>
                  <a:cubicBezTo>
                    <a:pt x="3298" y="9350"/>
                    <a:pt x="3577" y="9124"/>
                    <a:pt x="3868" y="9124"/>
                  </a:cubicBezTo>
                  <a:close/>
                  <a:moveTo>
                    <a:pt x="8414" y="1"/>
                  </a:moveTo>
                  <a:cubicBezTo>
                    <a:pt x="6466" y="507"/>
                    <a:pt x="4888" y="1425"/>
                    <a:pt x="3518" y="2846"/>
                  </a:cubicBezTo>
                  <a:cubicBezTo>
                    <a:pt x="2169" y="4244"/>
                    <a:pt x="1000" y="6282"/>
                    <a:pt x="1" y="8212"/>
                  </a:cubicBezTo>
                  <a:lnTo>
                    <a:pt x="5337" y="13548"/>
                  </a:lnTo>
                  <a:cubicBezTo>
                    <a:pt x="7267" y="12549"/>
                    <a:pt x="9309" y="11380"/>
                    <a:pt x="10706" y="10031"/>
                  </a:cubicBezTo>
                  <a:cubicBezTo>
                    <a:pt x="12124" y="8664"/>
                    <a:pt x="13039" y="7086"/>
                    <a:pt x="13545" y="5138"/>
                  </a:cubicBezTo>
                  <a:lnTo>
                    <a:pt x="13112" y="5129"/>
                  </a:lnTo>
                  <a:cubicBezTo>
                    <a:pt x="10534" y="5099"/>
                    <a:pt x="8453" y="3015"/>
                    <a:pt x="8420" y="440"/>
                  </a:cubicBezTo>
                  <a:lnTo>
                    <a:pt x="841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09" name="Google Shape;2009;p39"/>
            <p:cNvSpPr/>
            <p:nvPr/>
          </p:nvSpPr>
          <p:spPr>
            <a:xfrm>
              <a:off x="1130500" y="4740450"/>
              <a:ext cx="108950" cy="111250"/>
            </a:xfrm>
            <a:custGeom>
              <a:avLst/>
              <a:gdLst/>
              <a:ahLst/>
              <a:cxnLst/>
              <a:rect l="l" t="t" r="r" b="b"/>
              <a:pathLst>
                <a:path w="4358" h="4450" extrusionOk="0">
                  <a:moveTo>
                    <a:pt x="4358" y="1"/>
                  </a:moveTo>
                  <a:lnTo>
                    <a:pt x="4358" y="1"/>
                  </a:lnTo>
                  <a:cubicBezTo>
                    <a:pt x="2906" y="877"/>
                    <a:pt x="1437" y="1609"/>
                    <a:pt x="1" y="2332"/>
                  </a:cubicBezTo>
                  <a:cubicBezTo>
                    <a:pt x="58" y="3090"/>
                    <a:pt x="112" y="3789"/>
                    <a:pt x="118" y="3882"/>
                  </a:cubicBezTo>
                  <a:cubicBezTo>
                    <a:pt x="118" y="4211"/>
                    <a:pt x="387" y="4450"/>
                    <a:pt x="683" y="4450"/>
                  </a:cubicBezTo>
                  <a:cubicBezTo>
                    <a:pt x="767" y="4450"/>
                    <a:pt x="854" y="4430"/>
                    <a:pt x="937" y="4388"/>
                  </a:cubicBezTo>
                  <a:cubicBezTo>
                    <a:pt x="1039" y="4295"/>
                    <a:pt x="3858" y="3208"/>
                    <a:pt x="43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10" name="Google Shape;2010;p39"/>
            <p:cNvSpPr/>
            <p:nvPr/>
          </p:nvSpPr>
          <p:spPr>
            <a:xfrm>
              <a:off x="927325" y="4539825"/>
              <a:ext cx="114150" cy="109800"/>
            </a:xfrm>
            <a:custGeom>
              <a:avLst/>
              <a:gdLst/>
              <a:ahLst/>
              <a:cxnLst/>
              <a:rect l="l" t="t" r="r" b="b"/>
              <a:pathLst>
                <a:path w="4566" h="4392" extrusionOk="0">
                  <a:moveTo>
                    <a:pt x="4565" y="1"/>
                  </a:moveTo>
                  <a:lnTo>
                    <a:pt x="4565" y="1"/>
                  </a:lnTo>
                  <a:cubicBezTo>
                    <a:pt x="1268" y="459"/>
                    <a:pt x="184" y="3334"/>
                    <a:pt x="91" y="3437"/>
                  </a:cubicBezTo>
                  <a:cubicBezTo>
                    <a:pt x="0" y="3611"/>
                    <a:pt x="9" y="3822"/>
                    <a:pt x="112" y="3988"/>
                  </a:cubicBezTo>
                  <a:cubicBezTo>
                    <a:pt x="295" y="4286"/>
                    <a:pt x="606" y="4232"/>
                    <a:pt x="723" y="4256"/>
                  </a:cubicBezTo>
                  <a:lnTo>
                    <a:pt x="2214" y="4391"/>
                  </a:lnTo>
                  <a:cubicBezTo>
                    <a:pt x="2945" y="2928"/>
                    <a:pt x="3680" y="1458"/>
                    <a:pt x="45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11" name="Google Shape;2011;p39"/>
            <p:cNvSpPr/>
            <p:nvPr/>
          </p:nvSpPr>
          <p:spPr>
            <a:xfrm>
              <a:off x="898875" y="4711550"/>
              <a:ext cx="170825" cy="169575"/>
            </a:xfrm>
            <a:custGeom>
              <a:avLst/>
              <a:gdLst/>
              <a:ahLst/>
              <a:cxnLst/>
              <a:rect l="l" t="t" r="r" b="b"/>
              <a:pathLst>
                <a:path w="6833" h="6783" extrusionOk="0">
                  <a:moveTo>
                    <a:pt x="2846" y="1"/>
                  </a:moveTo>
                  <a:cubicBezTo>
                    <a:pt x="1747" y="1052"/>
                    <a:pt x="503" y="4602"/>
                    <a:pt x="63" y="6050"/>
                  </a:cubicBezTo>
                  <a:cubicBezTo>
                    <a:pt x="0" y="6252"/>
                    <a:pt x="54" y="6469"/>
                    <a:pt x="202" y="6616"/>
                  </a:cubicBezTo>
                  <a:cubicBezTo>
                    <a:pt x="309" y="6724"/>
                    <a:pt x="454" y="6782"/>
                    <a:pt x="602" y="6782"/>
                  </a:cubicBezTo>
                  <a:cubicBezTo>
                    <a:pt x="656" y="6782"/>
                    <a:pt x="711" y="6774"/>
                    <a:pt x="765" y="6758"/>
                  </a:cubicBezTo>
                  <a:cubicBezTo>
                    <a:pt x="2225" y="6318"/>
                    <a:pt x="5782" y="5084"/>
                    <a:pt x="6833" y="3981"/>
                  </a:cubicBezTo>
                  <a:cubicBezTo>
                    <a:pt x="6655" y="3900"/>
                    <a:pt x="6492" y="3789"/>
                    <a:pt x="6354" y="3650"/>
                  </a:cubicBezTo>
                  <a:lnTo>
                    <a:pt x="5167" y="2464"/>
                  </a:lnTo>
                  <a:lnTo>
                    <a:pt x="4767" y="2861"/>
                  </a:lnTo>
                  <a:cubicBezTo>
                    <a:pt x="4658" y="2967"/>
                    <a:pt x="4517" y="3020"/>
                    <a:pt x="4375" y="3020"/>
                  </a:cubicBezTo>
                  <a:cubicBezTo>
                    <a:pt x="4231" y="3020"/>
                    <a:pt x="4086" y="2965"/>
                    <a:pt x="3975" y="2855"/>
                  </a:cubicBezTo>
                  <a:cubicBezTo>
                    <a:pt x="3758" y="2638"/>
                    <a:pt x="3755" y="2286"/>
                    <a:pt x="3969" y="2063"/>
                  </a:cubicBezTo>
                  <a:lnTo>
                    <a:pt x="4369" y="1663"/>
                  </a:lnTo>
                  <a:lnTo>
                    <a:pt x="3171" y="464"/>
                  </a:lnTo>
                  <a:cubicBezTo>
                    <a:pt x="3035" y="329"/>
                    <a:pt x="2927" y="172"/>
                    <a:pt x="28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0" name="Google Shape;6602;p74"/>
          <p:cNvGrpSpPr/>
          <p:nvPr/>
        </p:nvGrpSpPr>
        <p:grpSpPr>
          <a:xfrm>
            <a:off x="4388547" y="1411815"/>
            <a:ext cx="340616" cy="374333"/>
            <a:chOff x="2707500" y="249400"/>
            <a:chExt cx="423475" cy="492408"/>
          </a:xfrm>
          <a:solidFill>
            <a:schemeClr val="tx2"/>
          </a:solidFill>
        </p:grpSpPr>
        <p:sp>
          <p:nvSpPr>
            <p:cNvPr id="41" name="Google Shape;6603;p74"/>
            <p:cNvSpPr/>
            <p:nvPr/>
          </p:nvSpPr>
          <p:spPr>
            <a:xfrm>
              <a:off x="2739187" y="431258"/>
              <a:ext cx="360100" cy="310550"/>
            </a:xfrm>
            <a:custGeom>
              <a:avLst/>
              <a:gdLst/>
              <a:ahLst/>
              <a:cxnLst/>
              <a:rect l="l" t="t" r="r" b="b"/>
              <a:pathLst>
                <a:path w="14404" h="12422" extrusionOk="0">
                  <a:moveTo>
                    <a:pt x="3816" y="1130"/>
                  </a:moveTo>
                  <a:cubicBezTo>
                    <a:pt x="4126" y="1130"/>
                    <a:pt x="4379" y="1382"/>
                    <a:pt x="4379" y="1696"/>
                  </a:cubicBezTo>
                  <a:lnTo>
                    <a:pt x="4379" y="8471"/>
                  </a:lnTo>
                  <a:cubicBezTo>
                    <a:pt x="4379" y="8781"/>
                    <a:pt x="4126" y="9034"/>
                    <a:pt x="3816" y="9034"/>
                  </a:cubicBezTo>
                  <a:cubicBezTo>
                    <a:pt x="3503" y="9034"/>
                    <a:pt x="3250" y="8781"/>
                    <a:pt x="3250" y="8471"/>
                  </a:cubicBezTo>
                  <a:lnTo>
                    <a:pt x="3250" y="1696"/>
                  </a:lnTo>
                  <a:cubicBezTo>
                    <a:pt x="3250" y="1382"/>
                    <a:pt x="3503" y="1130"/>
                    <a:pt x="3816" y="1130"/>
                  </a:cubicBezTo>
                  <a:close/>
                  <a:moveTo>
                    <a:pt x="7204" y="1130"/>
                  </a:moveTo>
                  <a:cubicBezTo>
                    <a:pt x="7514" y="1130"/>
                    <a:pt x="7767" y="1382"/>
                    <a:pt x="7767" y="1696"/>
                  </a:cubicBezTo>
                  <a:lnTo>
                    <a:pt x="7767" y="8471"/>
                  </a:lnTo>
                  <a:cubicBezTo>
                    <a:pt x="7767" y="8781"/>
                    <a:pt x="7514" y="9034"/>
                    <a:pt x="7204" y="9034"/>
                  </a:cubicBezTo>
                  <a:cubicBezTo>
                    <a:pt x="6891" y="9034"/>
                    <a:pt x="6638" y="8781"/>
                    <a:pt x="6638" y="8471"/>
                  </a:cubicBezTo>
                  <a:lnTo>
                    <a:pt x="6638" y="1696"/>
                  </a:lnTo>
                  <a:cubicBezTo>
                    <a:pt x="6638" y="1382"/>
                    <a:pt x="6891" y="1130"/>
                    <a:pt x="7204" y="1130"/>
                  </a:cubicBezTo>
                  <a:close/>
                  <a:moveTo>
                    <a:pt x="10592" y="1130"/>
                  </a:moveTo>
                  <a:cubicBezTo>
                    <a:pt x="10902" y="1130"/>
                    <a:pt x="11155" y="1382"/>
                    <a:pt x="11155" y="1696"/>
                  </a:cubicBezTo>
                  <a:lnTo>
                    <a:pt x="11155" y="8471"/>
                  </a:lnTo>
                  <a:cubicBezTo>
                    <a:pt x="11155" y="8781"/>
                    <a:pt x="10902" y="9034"/>
                    <a:pt x="10592" y="9034"/>
                  </a:cubicBezTo>
                  <a:cubicBezTo>
                    <a:pt x="10278" y="9034"/>
                    <a:pt x="10025" y="8781"/>
                    <a:pt x="10025" y="8471"/>
                  </a:cubicBezTo>
                  <a:lnTo>
                    <a:pt x="10025" y="1696"/>
                  </a:lnTo>
                  <a:cubicBezTo>
                    <a:pt x="10025" y="1382"/>
                    <a:pt x="10278" y="1130"/>
                    <a:pt x="10592" y="1130"/>
                  </a:cubicBezTo>
                  <a:close/>
                  <a:moveTo>
                    <a:pt x="1" y="0"/>
                  </a:moveTo>
                  <a:lnTo>
                    <a:pt x="901" y="10880"/>
                  </a:lnTo>
                  <a:cubicBezTo>
                    <a:pt x="976" y="11754"/>
                    <a:pt x="1705" y="12422"/>
                    <a:pt x="2582" y="12422"/>
                  </a:cubicBezTo>
                  <a:cubicBezTo>
                    <a:pt x="2584" y="12422"/>
                    <a:pt x="2586" y="12422"/>
                    <a:pt x="2588" y="12422"/>
                  </a:cubicBezTo>
                  <a:lnTo>
                    <a:pt x="11817" y="12422"/>
                  </a:lnTo>
                  <a:cubicBezTo>
                    <a:pt x="11819" y="12422"/>
                    <a:pt x="11821" y="12422"/>
                    <a:pt x="11823" y="12422"/>
                  </a:cubicBezTo>
                  <a:cubicBezTo>
                    <a:pt x="12700" y="12422"/>
                    <a:pt x="13431" y="11751"/>
                    <a:pt x="13503" y="10877"/>
                  </a:cubicBezTo>
                  <a:lnTo>
                    <a:pt x="1440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42" name="Google Shape;6604;p74"/>
            <p:cNvSpPr/>
            <p:nvPr/>
          </p:nvSpPr>
          <p:spPr>
            <a:xfrm>
              <a:off x="2707500" y="249400"/>
              <a:ext cx="423475" cy="141175"/>
            </a:xfrm>
            <a:custGeom>
              <a:avLst/>
              <a:gdLst/>
              <a:ahLst/>
              <a:cxnLst/>
              <a:rect l="l" t="t" r="r" b="b"/>
              <a:pathLst>
                <a:path w="16939" h="5647" extrusionOk="0">
                  <a:moveTo>
                    <a:pt x="9600" y="1130"/>
                  </a:moveTo>
                  <a:cubicBezTo>
                    <a:pt x="9910" y="1130"/>
                    <a:pt x="10163" y="1383"/>
                    <a:pt x="10163" y="1696"/>
                  </a:cubicBezTo>
                  <a:lnTo>
                    <a:pt x="10163" y="2259"/>
                  </a:lnTo>
                  <a:lnTo>
                    <a:pt x="6776" y="2259"/>
                  </a:lnTo>
                  <a:lnTo>
                    <a:pt x="6776" y="1696"/>
                  </a:lnTo>
                  <a:cubicBezTo>
                    <a:pt x="6776" y="1383"/>
                    <a:pt x="7029" y="1130"/>
                    <a:pt x="7342" y="1130"/>
                  </a:cubicBezTo>
                  <a:close/>
                  <a:moveTo>
                    <a:pt x="7342" y="1"/>
                  </a:moveTo>
                  <a:cubicBezTo>
                    <a:pt x="6405" y="1"/>
                    <a:pt x="5646" y="760"/>
                    <a:pt x="5646" y="1696"/>
                  </a:cubicBezTo>
                  <a:lnTo>
                    <a:pt x="5646" y="2259"/>
                  </a:lnTo>
                  <a:lnTo>
                    <a:pt x="1696" y="2259"/>
                  </a:lnTo>
                  <a:cubicBezTo>
                    <a:pt x="759" y="2259"/>
                    <a:pt x="0" y="3018"/>
                    <a:pt x="0" y="3954"/>
                  </a:cubicBezTo>
                  <a:lnTo>
                    <a:pt x="0" y="5084"/>
                  </a:lnTo>
                  <a:cubicBezTo>
                    <a:pt x="0" y="5394"/>
                    <a:pt x="253" y="5647"/>
                    <a:pt x="566" y="5647"/>
                  </a:cubicBezTo>
                  <a:lnTo>
                    <a:pt x="16375" y="5647"/>
                  </a:lnTo>
                  <a:cubicBezTo>
                    <a:pt x="16686" y="5647"/>
                    <a:pt x="16939" y="5394"/>
                    <a:pt x="16939" y="5084"/>
                  </a:cubicBezTo>
                  <a:lnTo>
                    <a:pt x="16939" y="3954"/>
                  </a:lnTo>
                  <a:cubicBezTo>
                    <a:pt x="16939" y="3018"/>
                    <a:pt x="16180" y="2259"/>
                    <a:pt x="15246" y="2259"/>
                  </a:cubicBezTo>
                  <a:lnTo>
                    <a:pt x="11292" y="2259"/>
                  </a:lnTo>
                  <a:lnTo>
                    <a:pt x="11292" y="1696"/>
                  </a:lnTo>
                  <a:cubicBezTo>
                    <a:pt x="11292" y="760"/>
                    <a:pt x="10534" y="1"/>
                    <a:pt x="96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</p:grpSp>
      <p:sp>
        <p:nvSpPr>
          <p:cNvPr id="32" name="Google Shape;1990;p39"/>
          <p:cNvSpPr txBox="1">
            <a:spLocks/>
          </p:cNvSpPr>
          <p:nvPr/>
        </p:nvSpPr>
        <p:spPr>
          <a:xfrm>
            <a:off x="5728174" y="2944892"/>
            <a:ext cx="3067449" cy="745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9pPr>
          </a:lstStyle>
          <a:p>
            <a:pPr marL="0" indent="0"/>
            <a:r>
              <a:rPr lang="en-US" b="1" dirty="0" smtClean="0"/>
              <a:t>change </a:t>
            </a:r>
          </a:p>
          <a:p>
            <a:pPr marL="0" indent="0"/>
            <a:r>
              <a:rPr lang="en-US" dirty="0" smtClean="0"/>
              <a:t>Data type of date</a:t>
            </a:r>
            <a:endParaRPr lang="en-US" dirty="0" smtClean="0"/>
          </a:p>
        </p:txBody>
      </p:sp>
      <p:sp>
        <p:nvSpPr>
          <p:cNvPr id="33" name="Google Shape;1990;p39"/>
          <p:cNvSpPr txBox="1">
            <a:spLocks/>
          </p:cNvSpPr>
          <p:nvPr/>
        </p:nvSpPr>
        <p:spPr>
          <a:xfrm>
            <a:off x="3102805" y="2944892"/>
            <a:ext cx="3067449" cy="745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9pPr>
          </a:lstStyle>
          <a:p>
            <a:pPr marL="0" indent="0"/>
            <a:r>
              <a:rPr lang="en-US" b="1" dirty="0" smtClean="0"/>
              <a:t>Remove </a:t>
            </a:r>
          </a:p>
          <a:p>
            <a:pPr marL="0" indent="0"/>
            <a:r>
              <a:rPr lang="en-US" dirty="0" smtClean="0"/>
              <a:t>Blank rows</a:t>
            </a:r>
            <a:endParaRPr lang="en-US" dirty="0" smtClean="0"/>
          </a:p>
        </p:txBody>
      </p:sp>
      <p:sp>
        <p:nvSpPr>
          <p:cNvPr id="34" name="Google Shape;1990;p39"/>
          <p:cNvSpPr txBox="1">
            <a:spLocks/>
          </p:cNvSpPr>
          <p:nvPr/>
        </p:nvSpPr>
        <p:spPr>
          <a:xfrm>
            <a:off x="165519" y="2958609"/>
            <a:ext cx="3067449" cy="745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None/>
              <a:defRPr sz="1400" b="0" i="0" u="none" strike="noStrike" cap="non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9pPr>
          </a:lstStyle>
          <a:p>
            <a:pPr marL="0" indent="0"/>
            <a:r>
              <a:rPr lang="en-US" b="1" dirty="0" smtClean="0"/>
              <a:t>Replace</a:t>
            </a:r>
          </a:p>
          <a:p>
            <a:pPr marL="0" indent="0"/>
            <a:r>
              <a:rPr lang="en-US" dirty="0" smtClean="0"/>
              <a:t>errors</a:t>
            </a:r>
            <a:endParaRPr lang="en-US" dirty="0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Google Shape;2045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 smtClean="0"/>
              <a:t>Process</a:t>
            </a:r>
            <a:endParaRPr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733" y="1071562"/>
            <a:ext cx="6921992" cy="36004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Google Shape;1918;p35"/>
          <p:cNvSpPr txBox="1">
            <a:spLocks noGrp="1"/>
          </p:cNvSpPr>
          <p:nvPr>
            <p:ph type="title"/>
          </p:nvPr>
        </p:nvSpPr>
        <p:spPr>
          <a:xfrm>
            <a:off x="1653000" y="2355795"/>
            <a:ext cx="5838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 smtClean="0"/>
              <a:t>Data-Overview</a:t>
            </a:r>
            <a:endParaRPr dirty="0"/>
          </a:p>
        </p:txBody>
      </p:sp>
      <p:sp>
        <p:nvSpPr>
          <p:cNvPr id="1920" name="Google Shape;1920;p35"/>
          <p:cNvSpPr txBox="1">
            <a:spLocks noGrp="1"/>
          </p:cNvSpPr>
          <p:nvPr>
            <p:ph type="title" idx="2"/>
          </p:nvPr>
        </p:nvSpPr>
        <p:spPr>
          <a:xfrm>
            <a:off x="3720750" y="1181250"/>
            <a:ext cx="1702500" cy="103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 smtClean="0"/>
              <a:t>02</a:t>
            </a:r>
            <a:endParaRPr dirty="0"/>
          </a:p>
        </p:txBody>
      </p:sp>
      <p:grpSp>
        <p:nvGrpSpPr>
          <p:cNvPr id="1921" name="Google Shape;1921;p35"/>
          <p:cNvGrpSpPr/>
          <p:nvPr/>
        </p:nvGrpSpPr>
        <p:grpSpPr>
          <a:xfrm>
            <a:off x="7358250" y="1285575"/>
            <a:ext cx="130200" cy="126125"/>
            <a:chOff x="3935725" y="167575"/>
            <a:chExt cx="130200" cy="126125"/>
          </a:xfrm>
        </p:grpSpPr>
        <p:sp>
          <p:nvSpPr>
            <p:cNvPr id="1922" name="Google Shape;1922;p35"/>
            <p:cNvSpPr/>
            <p:nvPr/>
          </p:nvSpPr>
          <p:spPr>
            <a:xfrm>
              <a:off x="3935725" y="1675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923" name="Google Shape;1923;p35"/>
            <p:cNvSpPr/>
            <p:nvPr/>
          </p:nvSpPr>
          <p:spPr>
            <a:xfrm>
              <a:off x="4000825" y="2017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924" name="Google Shape;1924;p35"/>
            <p:cNvSpPr/>
            <p:nvPr/>
          </p:nvSpPr>
          <p:spPr>
            <a:xfrm>
              <a:off x="3935725" y="237300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925" name="Google Shape;1925;p35"/>
          <p:cNvGrpSpPr/>
          <p:nvPr/>
        </p:nvGrpSpPr>
        <p:grpSpPr>
          <a:xfrm>
            <a:off x="8146817" y="1602437"/>
            <a:ext cx="449076" cy="119073"/>
            <a:chOff x="7108302" y="2550931"/>
            <a:chExt cx="281323" cy="74593"/>
          </a:xfrm>
        </p:grpSpPr>
        <p:sp>
          <p:nvSpPr>
            <p:cNvPr id="1926" name="Google Shape;1926;p35"/>
            <p:cNvSpPr/>
            <p:nvPr/>
          </p:nvSpPr>
          <p:spPr>
            <a:xfrm>
              <a:off x="7347000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7" name="Google Shape;1927;p35"/>
            <p:cNvSpPr/>
            <p:nvPr/>
          </p:nvSpPr>
          <p:spPr>
            <a:xfrm>
              <a:off x="7285195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8" name="Google Shape;1928;p35"/>
            <p:cNvSpPr/>
            <p:nvPr/>
          </p:nvSpPr>
          <p:spPr>
            <a:xfrm>
              <a:off x="7227651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9" name="Google Shape;1929;p35"/>
            <p:cNvSpPr/>
            <p:nvPr/>
          </p:nvSpPr>
          <p:spPr>
            <a:xfrm>
              <a:off x="717010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0" name="Google Shape;1930;p35"/>
            <p:cNvSpPr/>
            <p:nvPr/>
          </p:nvSpPr>
          <p:spPr>
            <a:xfrm>
              <a:off x="7108302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1" name="Google Shape;1931;p35"/>
            <p:cNvSpPr/>
            <p:nvPr/>
          </p:nvSpPr>
          <p:spPr>
            <a:xfrm>
              <a:off x="7347000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2" name="Google Shape;1932;p35"/>
            <p:cNvSpPr/>
            <p:nvPr/>
          </p:nvSpPr>
          <p:spPr>
            <a:xfrm>
              <a:off x="7285195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3" name="Google Shape;1933;p35"/>
            <p:cNvSpPr/>
            <p:nvPr/>
          </p:nvSpPr>
          <p:spPr>
            <a:xfrm>
              <a:off x="7227651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4" name="Google Shape;1934;p35"/>
            <p:cNvSpPr/>
            <p:nvPr/>
          </p:nvSpPr>
          <p:spPr>
            <a:xfrm>
              <a:off x="717010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5" name="Google Shape;1935;p35"/>
            <p:cNvSpPr/>
            <p:nvPr/>
          </p:nvSpPr>
          <p:spPr>
            <a:xfrm>
              <a:off x="7108302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" name="Google Shape;2107;p45"/>
          <p:cNvSpPr txBox="1">
            <a:spLocks noGrp="1"/>
          </p:cNvSpPr>
          <p:nvPr>
            <p:ph type="subTitle" idx="1"/>
          </p:nvPr>
        </p:nvSpPr>
        <p:spPr>
          <a:xfrm>
            <a:off x="221779" y="1983869"/>
            <a:ext cx="4696800" cy="3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 smtClean="0"/>
              <a:t>Total </a:t>
            </a:r>
            <a:r>
              <a:rPr lang="fr" dirty="0" smtClean="0"/>
              <a:t>revenue</a:t>
            </a:r>
            <a:endParaRPr dirty="0"/>
          </a:p>
        </p:txBody>
      </p:sp>
      <p:sp>
        <p:nvSpPr>
          <p:cNvPr id="2108" name="Google Shape;2108;p45"/>
          <p:cNvSpPr txBox="1">
            <a:spLocks noGrp="1"/>
          </p:cNvSpPr>
          <p:nvPr>
            <p:ph type="title"/>
          </p:nvPr>
        </p:nvSpPr>
        <p:spPr>
          <a:xfrm>
            <a:off x="1052670" y="1077966"/>
            <a:ext cx="3035018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24.92M</a:t>
            </a:r>
            <a:endParaRPr dirty="0"/>
          </a:p>
        </p:txBody>
      </p:sp>
      <p:sp>
        <p:nvSpPr>
          <p:cNvPr id="2109" name="Google Shape;2109;p45"/>
          <p:cNvSpPr txBox="1">
            <a:spLocks noGrp="1"/>
          </p:cNvSpPr>
          <p:nvPr>
            <p:ph type="title" idx="2"/>
          </p:nvPr>
        </p:nvSpPr>
        <p:spPr>
          <a:xfrm>
            <a:off x="5166825" y="1077966"/>
            <a:ext cx="3035018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 smtClean="0"/>
              <a:t>253.32K</a:t>
            </a:r>
            <a:endParaRPr dirty="0"/>
          </a:p>
        </p:txBody>
      </p:sp>
      <p:sp>
        <p:nvSpPr>
          <p:cNvPr id="2110" name="Google Shape;2110;p45"/>
          <p:cNvSpPr txBox="1">
            <a:spLocks noGrp="1"/>
          </p:cNvSpPr>
          <p:nvPr>
            <p:ph type="subTitle" idx="3"/>
          </p:nvPr>
        </p:nvSpPr>
        <p:spPr>
          <a:xfrm>
            <a:off x="4335934" y="1983869"/>
            <a:ext cx="4696800" cy="3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fr-FR" dirty="0" smtClean="0"/>
              <a:t>Total cash back</a:t>
            </a:r>
            <a:endParaRPr lang="fr-FR" dirty="0"/>
          </a:p>
        </p:txBody>
      </p:sp>
      <p:sp>
        <p:nvSpPr>
          <p:cNvPr id="2112" name="Google Shape;2112;p45"/>
          <p:cNvSpPr txBox="1">
            <a:spLocks noGrp="1"/>
          </p:cNvSpPr>
          <p:nvPr>
            <p:ph type="subTitle" idx="5"/>
          </p:nvPr>
        </p:nvSpPr>
        <p:spPr>
          <a:xfrm>
            <a:off x="221779" y="3842273"/>
            <a:ext cx="4696800" cy="3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 smtClean="0"/>
              <a:t>Tran-count</a:t>
            </a:r>
            <a:endParaRPr lang="en-US" dirty="0"/>
          </a:p>
        </p:txBody>
      </p:sp>
      <p:grpSp>
        <p:nvGrpSpPr>
          <p:cNvPr id="2113" name="Google Shape;2113;p45"/>
          <p:cNvGrpSpPr/>
          <p:nvPr/>
        </p:nvGrpSpPr>
        <p:grpSpPr>
          <a:xfrm>
            <a:off x="1364400" y="3146100"/>
            <a:ext cx="130200" cy="126125"/>
            <a:chOff x="3935725" y="167575"/>
            <a:chExt cx="130200" cy="126125"/>
          </a:xfrm>
        </p:grpSpPr>
        <p:sp>
          <p:nvSpPr>
            <p:cNvPr id="2114" name="Google Shape;2114;p45"/>
            <p:cNvSpPr/>
            <p:nvPr/>
          </p:nvSpPr>
          <p:spPr>
            <a:xfrm>
              <a:off x="3935725" y="1675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2115" name="Google Shape;2115;p45"/>
            <p:cNvSpPr/>
            <p:nvPr/>
          </p:nvSpPr>
          <p:spPr>
            <a:xfrm>
              <a:off x="4000825" y="2017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2116" name="Google Shape;2116;p45"/>
            <p:cNvSpPr/>
            <p:nvPr/>
          </p:nvSpPr>
          <p:spPr>
            <a:xfrm>
              <a:off x="3935725" y="237300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2117" name="Google Shape;2117;p45"/>
          <p:cNvGrpSpPr/>
          <p:nvPr/>
        </p:nvGrpSpPr>
        <p:grpSpPr>
          <a:xfrm>
            <a:off x="7752767" y="3966787"/>
            <a:ext cx="449076" cy="119073"/>
            <a:chOff x="7108302" y="2550931"/>
            <a:chExt cx="281323" cy="74593"/>
          </a:xfrm>
        </p:grpSpPr>
        <p:sp>
          <p:nvSpPr>
            <p:cNvPr id="2118" name="Google Shape;2118;p45"/>
            <p:cNvSpPr/>
            <p:nvPr/>
          </p:nvSpPr>
          <p:spPr>
            <a:xfrm>
              <a:off x="7347000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9" name="Google Shape;2119;p45"/>
            <p:cNvSpPr/>
            <p:nvPr/>
          </p:nvSpPr>
          <p:spPr>
            <a:xfrm>
              <a:off x="7285195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0" name="Google Shape;2120;p45"/>
            <p:cNvSpPr/>
            <p:nvPr/>
          </p:nvSpPr>
          <p:spPr>
            <a:xfrm>
              <a:off x="7227651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1" name="Google Shape;2121;p45"/>
            <p:cNvSpPr/>
            <p:nvPr/>
          </p:nvSpPr>
          <p:spPr>
            <a:xfrm>
              <a:off x="717010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2" name="Google Shape;2122;p45"/>
            <p:cNvSpPr/>
            <p:nvPr/>
          </p:nvSpPr>
          <p:spPr>
            <a:xfrm>
              <a:off x="7108302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3" name="Google Shape;2123;p45"/>
            <p:cNvSpPr/>
            <p:nvPr/>
          </p:nvSpPr>
          <p:spPr>
            <a:xfrm>
              <a:off x="7347000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4" name="Google Shape;2124;p45"/>
            <p:cNvSpPr/>
            <p:nvPr/>
          </p:nvSpPr>
          <p:spPr>
            <a:xfrm>
              <a:off x="7285195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5" name="Google Shape;2125;p45"/>
            <p:cNvSpPr/>
            <p:nvPr/>
          </p:nvSpPr>
          <p:spPr>
            <a:xfrm>
              <a:off x="7227651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6" name="Google Shape;2126;p45"/>
            <p:cNvSpPr/>
            <p:nvPr/>
          </p:nvSpPr>
          <p:spPr>
            <a:xfrm>
              <a:off x="717010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7" name="Google Shape;2127;p45"/>
            <p:cNvSpPr/>
            <p:nvPr/>
          </p:nvSpPr>
          <p:spPr>
            <a:xfrm>
              <a:off x="7108302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" name="Google Shape;2109;p45"/>
          <p:cNvSpPr txBox="1">
            <a:spLocks/>
          </p:cNvSpPr>
          <p:nvPr/>
        </p:nvSpPr>
        <p:spPr>
          <a:xfrm>
            <a:off x="5166825" y="2957315"/>
            <a:ext cx="3035018" cy="7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45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fr" dirty="0" smtClean="0"/>
              <a:t>127.79K</a:t>
            </a:r>
            <a:endParaRPr lang="fr" dirty="0"/>
          </a:p>
        </p:txBody>
      </p:sp>
      <p:sp>
        <p:nvSpPr>
          <p:cNvPr id="24" name="Google Shape;2109;p45"/>
          <p:cNvSpPr txBox="1">
            <a:spLocks/>
          </p:cNvSpPr>
          <p:nvPr/>
        </p:nvSpPr>
        <p:spPr>
          <a:xfrm>
            <a:off x="1052670" y="2957315"/>
            <a:ext cx="3035018" cy="7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45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fr" dirty="0" smtClean="0"/>
              <a:t>5000</a:t>
            </a:r>
            <a:endParaRPr lang="fr" dirty="0"/>
          </a:p>
        </p:txBody>
      </p:sp>
      <p:sp>
        <p:nvSpPr>
          <p:cNvPr id="3" name="TextBox 2"/>
          <p:cNvSpPr txBox="1"/>
          <p:nvPr/>
        </p:nvSpPr>
        <p:spPr>
          <a:xfrm>
            <a:off x="5642211" y="3916583"/>
            <a:ext cx="26201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tx1"/>
                </a:solidFill>
              </a:rPr>
              <a:t>Total </a:t>
            </a:r>
            <a:r>
              <a:rPr lang="en-US" sz="1600" dirty="0" smtClean="0">
                <a:solidFill>
                  <a:schemeClr val="tx1"/>
                </a:solidFill>
                <a:latin typeface="Manjari" panose="020B0604020202020204" charset="0"/>
                <a:cs typeface="Manjari" panose="020B0604020202020204" charset="0"/>
              </a:rPr>
              <a:t>transaction</a:t>
            </a:r>
            <a:r>
              <a:rPr lang="en-US" sz="1600" dirty="0" smtClean="0">
                <a:solidFill>
                  <a:schemeClr val="tx1"/>
                </a:solidFill>
              </a:rPr>
              <a:t> fee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" name="Google Shape;2107;p45"/>
          <p:cNvSpPr txBox="1">
            <a:spLocks noGrp="1"/>
          </p:cNvSpPr>
          <p:nvPr>
            <p:ph type="subTitle" idx="1"/>
          </p:nvPr>
        </p:nvSpPr>
        <p:spPr>
          <a:xfrm>
            <a:off x="221779" y="1983869"/>
            <a:ext cx="4696800" cy="3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 smtClean="0"/>
              <a:t>Merchant cashback burned</a:t>
            </a:r>
            <a:endParaRPr dirty="0"/>
          </a:p>
        </p:txBody>
      </p:sp>
      <p:sp>
        <p:nvSpPr>
          <p:cNvPr id="2108" name="Google Shape;2108;p45"/>
          <p:cNvSpPr txBox="1">
            <a:spLocks noGrp="1"/>
          </p:cNvSpPr>
          <p:nvPr>
            <p:ph type="title"/>
          </p:nvPr>
        </p:nvSpPr>
        <p:spPr>
          <a:xfrm>
            <a:off x="1052670" y="1077966"/>
            <a:ext cx="3035018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253.32K</a:t>
            </a:r>
            <a:endParaRPr dirty="0"/>
          </a:p>
        </p:txBody>
      </p:sp>
      <p:sp>
        <p:nvSpPr>
          <p:cNvPr id="2109" name="Google Shape;2109;p45"/>
          <p:cNvSpPr txBox="1">
            <a:spLocks noGrp="1"/>
          </p:cNvSpPr>
          <p:nvPr>
            <p:ph type="title" idx="2"/>
          </p:nvPr>
        </p:nvSpPr>
        <p:spPr>
          <a:xfrm>
            <a:off x="5166825" y="1077966"/>
            <a:ext cx="3035018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 smtClean="0"/>
              <a:t>25.16</a:t>
            </a:r>
            <a:endParaRPr dirty="0"/>
          </a:p>
        </p:txBody>
      </p:sp>
      <p:sp>
        <p:nvSpPr>
          <p:cNvPr id="2110" name="Google Shape;2110;p45"/>
          <p:cNvSpPr txBox="1">
            <a:spLocks noGrp="1"/>
          </p:cNvSpPr>
          <p:nvPr>
            <p:ph type="subTitle" idx="3"/>
          </p:nvPr>
        </p:nvSpPr>
        <p:spPr>
          <a:xfrm>
            <a:off x="4335934" y="1983869"/>
            <a:ext cx="4696800" cy="3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fr-FR" dirty="0" err="1" smtClean="0"/>
              <a:t>Avg_fee_merchant</a:t>
            </a:r>
            <a:endParaRPr lang="fr-FR" dirty="0"/>
          </a:p>
        </p:txBody>
      </p:sp>
      <p:sp>
        <p:nvSpPr>
          <p:cNvPr id="2112" name="Google Shape;2112;p45"/>
          <p:cNvSpPr txBox="1">
            <a:spLocks noGrp="1"/>
          </p:cNvSpPr>
          <p:nvPr>
            <p:ph type="subTitle" idx="5"/>
          </p:nvPr>
        </p:nvSpPr>
        <p:spPr>
          <a:xfrm>
            <a:off x="221779" y="3842273"/>
            <a:ext cx="4696800" cy="3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A</a:t>
            </a:r>
            <a:r>
              <a:rPr lang="en-US" dirty="0" smtClean="0"/>
              <a:t>mount-per merchant</a:t>
            </a:r>
            <a:endParaRPr lang="en-US" dirty="0"/>
          </a:p>
        </p:txBody>
      </p:sp>
      <p:grpSp>
        <p:nvGrpSpPr>
          <p:cNvPr id="2113" name="Google Shape;2113;p45"/>
          <p:cNvGrpSpPr/>
          <p:nvPr/>
        </p:nvGrpSpPr>
        <p:grpSpPr>
          <a:xfrm>
            <a:off x="1364400" y="3146100"/>
            <a:ext cx="130200" cy="126125"/>
            <a:chOff x="3935725" y="167575"/>
            <a:chExt cx="130200" cy="126125"/>
          </a:xfrm>
        </p:grpSpPr>
        <p:sp>
          <p:nvSpPr>
            <p:cNvPr id="2114" name="Google Shape;2114;p45"/>
            <p:cNvSpPr/>
            <p:nvPr/>
          </p:nvSpPr>
          <p:spPr>
            <a:xfrm>
              <a:off x="3935725" y="1675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2115" name="Google Shape;2115;p45"/>
            <p:cNvSpPr/>
            <p:nvPr/>
          </p:nvSpPr>
          <p:spPr>
            <a:xfrm>
              <a:off x="4000825" y="2017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2116" name="Google Shape;2116;p45"/>
            <p:cNvSpPr/>
            <p:nvPr/>
          </p:nvSpPr>
          <p:spPr>
            <a:xfrm>
              <a:off x="3935725" y="237300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2117" name="Google Shape;2117;p45"/>
          <p:cNvGrpSpPr/>
          <p:nvPr/>
        </p:nvGrpSpPr>
        <p:grpSpPr>
          <a:xfrm>
            <a:off x="7752767" y="3966787"/>
            <a:ext cx="449076" cy="119073"/>
            <a:chOff x="7108302" y="2550931"/>
            <a:chExt cx="281323" cy="74593"/>
          </a:xfrm>
        </p:grpSpPr>
        <p:sp>
          <p:nvSpPr>
            <p:cNvPr id="2118" name="Google Shape;2118;p45"/>
            <p:cNvSpPr/>
            <p:nvPr/>
          </p:nvSpPr>
          <p:spPr>
            <a:xfrm>
              <a:off x="7347000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9" name="Google Shape;2119;p45"/>
            <p:cNvSpPr/>
            <p:nvPr/>
          </p:nvSpPr>
          <p:spPr>
            <a:xfrm>
              <a:off x="7285195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0" name="Google Shape;2120;p45"/>
            <p:cNvSpPr/>
            <p:nvPr/>
          </p:nvSpPr>
          <p:spPr>
            <a:xfrm>
              <a:off x="7227651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1" name="Google Shape;2121;p45"/>
            <p:cNvSpPr/>
            <p:nvPr/>
          </p:nvSpPr>
          <p:spPr>
            <a:xfrm>
              <a:off x="717010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2" name="Google Shape;2122;p45"/>
            <p:cNvSpPr/>
            <p:nvPr/>
          </p:nvSpPr>
          <p:spPr>
            <a:xfrm>
              <a:off x="7108302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3" name="Google Shape;2123;p45"/>
            <p:cNvSpPr/>
            <p:nvPr/>
          </p:nvSpPr>
          <p:spPr>
            <a:xfrm>
              <a:off x="7347000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4" name="Google Shape;2124;p45"/>
            <p:cNvSpPr/>
            <p:nvPr/>
          </p:nvSpPr>
          <p:spPr>
            <a:xfrm>
              <a:off x="7285195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5" name="Google Shape;2125;p45"/>
            <p:cNvSpPr/>
            <p:nvPr/>
          </p:nvSpPr>
          <p:spPr>
            <a:xfrm>
              <a:off x="7227651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6" name="Google Shape;2126;p45"/>
            <p:cNvSpPr/>
            <p:nvPr/>
          </p:nvSpPr>
          <p:spPr>
            <a:xfrm>
              <a:off x="717010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7" name="Google Shape;2127;p45"/>
            <p:cNvSpPr/>
            <p:nvPr/>
          </p:nvSpPr>
          <p:spPr>
            <a:xfrm>
              <a:off x="7108302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" name="Google Shape;2109;p45"/>
          <p:cNvSpPr txBox="1">
            <a:spLocks/>
          </p:cNvSpPr>
          <p:nvPr/>
        </p:nvSpPr>
        <p:spPr>
          <a:xfrm>
            <a:off x="5166825" y="2957315"/>
            <a:ext cx="3035018" cy="7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45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fr" dirty="0" smtClean="0"/>
              <a:t>95.5%</a:t>
            </a:r>
            <a:endParaRPr lang="fr" dirty="0"/>
          </a:p>
        </p:txBody>
      </p:sp>
      <p:sp>
        <p:nvSpPr>
          <p:cNvPr id="24" name="Google Shape;2109;p45"/>
          <p:cNvSpPr txBox="1">
            <a:spLocks/>
          </p:cNvSpPr>
          <p:nvPr/>
        </p:nvSpPr>
        <p:spPr>
          <a:xfrm>
            <a:off x="1052670" y="2957315"/>
            <a:ext cx="3035018" cy="7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45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fr" dirty="0" smtClean="0"/>
              <a:t>4.98K</a:t>
            </a:r>
            <a:endParaRPr lang="fr" dirty="0"/>
          </a:p>
        </p:txBody>
      </p:sp>
      <p:sp>
        <p:nvSpPr>
          <p:cNvPr id="3" name="TextBox 2"/>
          <p:cNvSpPr txBox="1"/>
          <p:nvPr/>
        </p:nvSpPr>
        <p:spPr>
          <a:xfrm>
            <a:off x="5486409" y="3916583"/>
            <a:ext cx="26201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tx1"/>
                </a:solidFill>
              </a:rPr>
              <a:t>Merchant successes rate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93644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" name="Google Shape;2107;p45"/>
          <p:cNvSpPr txBox="1">
            <a:spLocks noGrp="1"/>
          </p:cNvSpPr>
          <p:nvPr>
            <p:ph type="subTitle" idx="1"/>
          </p:nvPr>
        </p:nvSpPr>
        <p:spPr>
          <a:xfrm>
            <a:off x="221779" y="1983869"/>
            <a:ext cx="4696800" cy="3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 smtClean="0"/>
              <a:t>Avg spend per user</a:t>
            </a:r>
            <a:endParaRPr dirty="0"/>
          </a:p>
        </p:txBody>
      </p:sp>
      <p:sp>
        <p:nvSpPr>
          <p:cNvPr id="2108" name="Google Shape;2108;p45"/>
          <p:cNvSpPr txBox="1">
            <a:spLocks noGrp="1"/>
          </p:cNvSpPr>
          <p:nvPr>
            <p:ph type="title"/>
          </p:nvPr>
        </p:nvSpPr>
        <p:spPr>
          <a:xfrm>
            <a:off x="1052670" y="1077966"/>
            <a:ext cx="3035018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4.98K</a:t>
            </a:r>
            <a:endParaRPr dirty="0"/>
          </a:p>
        </p:txBody>
      </p:sp>
      <p:sp>
        <p:nvSpPr>
          <p:cNvPr id="2109" name="Google Shape;2109;p45"/>
          <p:cNvSpPr txBox="1">
            <a:spLocks noGrp="1"/>
          </p:cNvSpPr>
          <p:nvPr>
            <p:ph type="title" idx="2"/>
          </p:nvPr>
        </p:nvSpPr>
        <p:spPr>
          <a:xfrm>
            <a:off x="5166825" y="1077966"/>
            <a:ext cx="3035018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 smtClean="0"/>
              <a:t>1.27</a:t>
            </a:r>
            <a:endParaRPr dirty="0"/>
          </a:p>
        </p:txBody>
      </p:sp>
      <p:sp>
        <p:nvSpPr>
          <p:cNvPr id="2110" name="Google Shape;2110;p45"/>
          <p:cNvSpPr txBox="1">
            <a:spLocks noGrp="1"/>
          </p:cNvSpPr>
          <p:nvPr>
            <p:ph type="subTitle" idx="3"/>
          </p:nvPr>
        </p:nvSpPr>
        <p:spPr>
          <a:xfrm>
            <a:off x="4335934" y="1983869"/>
            <a:ext cx="4696800" cy="3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fr-FR" dirty="0" err="1" smtClean="0"/>
              <a:t>Avg_tran_user</a:t>
            </a:r>
            <a:endParaRPr lang="fr-FR" dirty="0"/>
          </a:p>
        </p:txBody>
      </p:sp>
      <p:sp>
        <p:nvSpPr>
          <p:cNvPr id="2112" name="Google Shape;2112;p45"/>
          <p:cNvSpPr txBox="1">
            <a:spLocks noGrp="1"/>
          </p:cNvSpPr>
          <p:nvPr>
            <p:ph type="subTitle" idx="5"/>
          </p:nvPr>
        </p:nvSpPr>
        <p:spPr>
          <a:xfrm>
            <a:off x="221779" y="3842273"/>
            <a:ext cx="4696800" cy="3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 smtClean="0"/>
              <a:t>Seasonality index</a:t>
            </a:r>
            <a:endParaRPr lang="en-US" dirty="0"/>
          </a:p>
        </p:txBody>
      </p:sp>
      <p:grpSp>
        <p:nvGrpSpPr>
          <p:cNvPr id="2113" name="Google Shape;2113;p45"/>
          <p:cNvGrpSpPr/>
          <p:nvPr/>
        </p:nvGrpSpPr>
        <p:grpSpPr>
          <a:xfrm>
            <a:off x="1364400" y="3146100"/>
            <a:ext cx="130200" cy="126125"/>
            <a:chOff x="3935725" y="167575"/>
            <a:chExt cx="130200" cy="126125"/>
          </a:xfrm>
        </p:grpSpPr>
        <p:sp>
          <p:nvSpPr>
            <p:cNvPr id="2114" name="Google Shape;2114;p45"/>
            <p:cNvSpPr/>
            <p:nvPr/>
          </p:nvSpPr>
          <p:spPr>
            <a:xfrm>
              <a:off x="3935725" y="1675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2115" name="Google Shape;2115;p45"/>
            <p:cNvSpPr/>
            <p:nvPr/>
          </p:nvSpPr>
          <p:spPr>
            <a:xfrm>
              <a:off x="4000825" y="2017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2116" name="Google Shape;2116;p45"/>
            <p:cNvSpPr/>
            <p:nvPr/>
          </p:nvSpPr>
          <p:spPr>
            <a:xfrm>
              <a:off x="3935725" y="237300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2117" name="Google Shape;2117;p45"/>
          <p:cNvGrpSpPr/>
          <p:nvPr/>
        </p:nvGrpSpPr>
        <p:grpSpPr>
          <a:xfrm>
            <a:off x="7752767" y="3966787"/>
            <a:ext cx="449076" cy="119073"/>
            <a:chOff x="7108302" y="2550931"/>
            <a:chExt cx="281323" cy="74593"/>
          </a:xfrm>
        </p:grpSpPr>
        <p:sp>
          <p:nvSpPr>
            <p:cNvPr id="2118" name="Google Shape;2118;p45"/>
            <p:cNvSpPr/>
            <p:nvPr/>
          </p:nvSpPr>
          <p:spPr>
            <a:xfrm>
              <a:off x="7347000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9" name="Google Shape;2119;p45"/>
            <p:cNvSpPr/>
            <p:nvPr/>
          </p:nvSpPr>
          <p:spPr>
            <a:xfrm>
              <a:off x="7285195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0" name="Google Shape;2120;p45"/>
            <p:cNvSpPr/>
            <p:nvPr/>
          </p:nvSpPr>
          <p:spPr>
            <a:xfrm>
              <a:off x="7227651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1" name="Google Shape;2121;p45"/>
            <p:cNvSpPr/>
            <p:nvPr/>
          </p:nvSpPr>
          <p:spPr>
            <a:xfrm>
              <a:off x="717010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2" name="Google Shape;2122;p45"/>
            <p:cNvSpPr/>
            <p:nvPr/>
          </p:nvSpPr>
          <p:spPr>
            <a:xfrm>
              <a:off x="7108302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3" name="Google Shape;2123;p45"/>
            <p:cNvSpPr/>
            <p:nvPr/>
          </p:nvSpPr>
          <p:spPr>
            <a:xfrm>
              <a:off x="7347000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4" name="Google Shape;2124;p45"/>
            <p:cNvSpPr/>
            <p:nvPr/>
          </p:nvSpPr>
          <p:spPr>
            <a:xfrm>
              <a:off x="7285195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5" name="Google Shape;2125;p45"/>
            <p:cNvSpPr/>
            <p:nvPr/>
          </p:nvSpPr>
          <p:spPr>
            <a:xfrm>
              <a:off x="7227651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6" name="Google Shape;2126;p45"/>
            <p:cNvSpPr/>
            <p:nvPr/>
          </p:nvSpPr>
          <p:spPr>
            <a:xfrm>
              <a:off x="717010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7" name="Google Shape;2127;p45"/>
            <p:cNvSpPr/>
            <p:nvPr/>
          </p:nvSpPr>
          <p:spPr>
            <a:xfrm>
              <a:off x="7108302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" name="Google Shape;2109;p45"/>
          <p:cNvSpPr txBox="1">
            <a:spLocks/>
          </p:cNvSpPr>
          <p:nvPr/>
        </p:nvSpPr>
        <p:spPr>
          <a:xfrm>
            <a:off x="5166825" y="2957315"/>
            <a:ext cx="3035018" cy="7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45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fr" dirty="0" smtClean="0"/>
              <a:t>28.86%</a:t>
            </a:r>
            <a:endParaRPr lang="fr" dirty="0"/>
          </a:p>
        </p:txBody>
      </p:sp>
      <p:sp>
        <p:nvSpPr>
          <p:cNvPr id="24" name="Google Shape;2109;p45"/>
          <p:cNvSpPr txBox="1">
            <a:spLocks/>
          </p:cNvSpPr>
          <p:nvPr/>
        </p:nvSpPr>
        <p:spPr>
          <a:xfrm>
            <a:off x="1052670" y="2957315"/>
            <a:ext cx="3035018" cy="7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45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"/>
              <a:buNone/>
              <a:defRPr sz="6000" b="1" i="0" u="none" strike="noStrike" cap="non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fr" dirty="0" smtClean="0"/>
              <a:t>366.00</a:t>
            </a:r>
            <a:endParaRPr lang="fr" dirty="0"/>
          </a:p>
        </p:txBody>
      </p:sp>
      <p:sp>
        <p:nvSpPr>
          <p:cNvPr id="3" name="TextBox 2"/>
          <p:cNvSpPr txBox="1"/>
          <p:nvPr/>
        </p:nvSpPr>
        <p:spPr>
          <a:xfrm>
            <a:off x="6099411" y="3916583"/>
            <a:ext cx="26201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tx1"/>
                </a:solidFill>
              </a:rPr>
              <a:t>YoY growth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30581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Google Shape;1918;p35"/>
          <p:cNvSpPr txBox="1">
            <a:spLocks noGrp="1"/>
          </p:cNvSpPr>
          <p:nvPr>
            <p:ph type="title"/>
          </p:nvPr>
        </p:nvSpPr>
        <p:spPr>
          <a:xfrm>
            <a:off x="1653000" y="3035290"/>
            <a:ext cx="5838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Data Visualization in </a:t>
            </a:r>
            <a:r>
              <a:rPr lang="en-US" dirty="0" smtClean="0"/>
              <a:t>Power BI </a:t>
            </a:r>
            <a:endParaRPr lang="en-US" dirty="0"/>
          </a:p>
        </p:txBody>
      </p:sp>
      <p:sp>
        <p:nvSpPr>
          <p:cNvPr id="1920" name="Google Shape;1920;p35"/>
          <p:cNvSpPr txBox="1">
            <a:spLocks noGrp="1"/>
          </p:cNvSpPr>
          <p:nvPr>
            <p:ph type="title" idx="2"/>
          </p:nvPr>
        </p:nvSpPr>
        <p:spPr>
          <a:xfrm>
            <a:off x="3720750" y="1181250"/>
            <a:ext cx="1702500" cy="103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 smtClean="0"/>
              <a:t>0</a:t>
            </a:r>
            <a:r>
              <a:rPr lang="ar-EG" dirty="0"/>
              <a:t>3</a:t>
            </a:r>
            <a:endParaRPr dirty="0"/>
          </a:p>
        </p:txBody>
      </p:sp>
      <p:grpSp>
        <p:nvGrpSpPr>
          <p:cNvPr id="1921" name="Google Shape;1921;p35"/>
          <p:cNvGrpSpPr/>
          <p:nvPr/>
        </p:nvGrpSpPr>
        <p:grpSpPr>
          <a:xfrm>
            <a:off x="7358250" y="1285575"/>
            <a:ext cx="130200" cy="126125"/>
            <a:chOff x="3935725" y="167575"/>
            <a:chExt cx="130200" cy="126125"/>
          </a:xfrm>
        </p:grpSpPr>
        <p:sp>
          <p:nvSpPr>
            <p:cNvPr id="1922" name="Google Shape;1922;p35"/>
            <p:cNvSpPr/>
            <p:nvPr/>
          </p:nvSpPr>
          <p:spPr>
            <a:xfrm>
              <a:off x="3935725" y="1675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923" name="Google Shape;1923;p35"/>
            <p:cNvSpPr/>
            <p:nvPr/>
          </p:nvSpPr>
          <p:spPr>
            <a:xfrm>
              <a:off x="4000825" y="2017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924" name="Google Shape;1924;p35"/>
            <p:cNvSpPr/>
            <p:nvPr/>
          </p:nvSpPr>
          <p:spPr>
            <a:xfrm>
              <a:off x="3935725" y="237300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925" name="Google Shape;1925;p35"/>
          <p:cNvGrpSpPr/>
          <p:nvPr/>
        </p:nvGrpSpPr>
        <p:grpSpPr>
          <a:xfrm>
            <a:off x="8146817" y="1602437"/>
            <a:ext cx="449076" cy="119073"/>
            <a:chOff x="7108302" y="2550931"/>
            <a:chExt cx="281323" cy="74593"/>
          </a:xfrm>
        </p:grpSpPr>
        <p:sp>
          <p:nvSpPr>
            <p:cNvPr id="1926" name="Google Shape;1926;p35"/>
            <p:cNvSpPr/>
            <p:nvPr/>
          </p:nvSpPr>
          <p:spPr>
            <a:xfrm>
              <a:off x="7347000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7" name="Google Shape;1927;p35"/>
            <p:cNvSpPr/>
            <p:nvPr/>
          </p:nvSpPr>
          <p:spPr>
            <a:xfrm>
              <a:off x="7285195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8" name="Google Shape;1928;p35"/>
            <p:cNvSpPr/>
            <p:nvPr/>
          </p:nvSpPr>
          <p:spPr>
            <a:xfrm>
              <a:off x="7227651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9" name="Google Shape;1929;p35"/>
            <p:cNvSpPr/>
            <p:nvPr/>
          </p:nvSpPr>
          <p:spPr>
            <a:xfrm>
              <a:off x="717010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0" name="Google Shape;1930;p35"/>
            <p:cNvSpPr/>
            <p:nvPr/>
          </p:nvSpPr>
          <p:spPr>
            <a:xfrm>
              <a:off x="7108302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1" name="Google Shape;1931;p35"/>
            <p:cNvSpPr/>
            <p:nvPr/>
          </p:nvSpPr>
          <p:spPr>
            <a:xfrm>
              <a:off x="7347000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2" name="Google Shape;1932;p35"/>
            <p:cNvSpPr/>
            <p:nvPr/>
          </p:nvSpPr>
          <p:spPr>
            <a:xfrm>
              <a:off x="7285195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3" name="Google Shape;1933;p35"/>
            <p:cNvSpPr/>
            <p:nvPr/>
          </p:nvSpPr>
          <p:spPr>
            <a:xfrm>
              <a:off x="7227651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4" name="Google Shape;1934;p35"/>
            <p:cNvSpPr/>
            <p:nvPr/>
          </p:nvSpPr>
          <p:spPr>
            <a:xfrm>
              <a:off x="717010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5" name="Google Shape;1935;p35"/>
            <p:cNvSpPr/>
            <p:nvPr/>
          </p:nvSpPr>
          <p:spPr>
            <a:xfrm>
              <a:off x="7108302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1631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hlinkClick r:id="" action="ppaction://hlinkshowjump?jump=nextslide"/>
          </p:cNvPr>
          <p:cNvSpPr/>
          <p:nvPr/>
        </p:nvSpPr>
        <p:spPr>
          <a:xfrm>
            <a:off x="2671763" y="685801"/>
            <a:ext cx="3343275" cy="6715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hlinkClick r:id="" action="ppaction://hlinkshowjump?jump=nextslide"/>
              </a:rPr>
              <a:t>Overview</a:t>
            </a:r>
            <a:endParaRPr lang="en-US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671762" y="2024064"/>
            <a:ext cx="3343275" cy="6715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Merchant</a:t>
            </a:r>
            <a:endParaRPr lang="en-US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9" name="Rounded Rectangle 18">
            <a:hlinkClick r:id="rId3" action="ppaction://hlinksldjump"/>
          </p:cNvPr>
          <p:cNvSpPr/>
          <p:nvPr/>
        </p:nvSpPr>
        <p:spPr>
          <a:xfrm>
            <a:off x="2671761" y="3362327"/>
            <a:ext cx="3343275" cy="6715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User &amp; Device</a:t>
            </a:r>
            <a:endParaRPr lang="en-US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2469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Google Shape;2409;p58"/>
          <p:cNvSpPr txBox="1">
            <a:spLocks noGrp="1"/>
          </p:cNvSpPr>
          <p:nvPr>
            <p:ph type="title"/>
          </p:nvPr>
        </p:nvSpPr>
        <p:spPr>
          <a:xfrm>
            <a:off x="720000" y="445024"/>
            <a:ext cx="7704000" cy="10802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/>
              <a:t>Total Revenue by </a:t>
            </a:r>
            <a:r>
              <a:rPr lang="en-US" sz="2400" dirty="0" err="1"/>
              <a:t>product_category</a:t>
            </a:r>
            <a:endParaRPr sz="2400" dirty="0"/>
          </a:p>
        </p:txBody>
      </p:sp>
      <p:sp>
        <p:nvSpPr>
          <p:cNvPr id="2411" name="Google Shape;2411;p58"/>
          <p:cNvSpPr txBox="1"/>
          <p:nvPr/>
        </p:nvSpPr>
        <p:spPr>
          <a:xfrm>
            <a:off x="804325" y="1244366"/>
            <a:ext cx="2110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dirty="0" smtClean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Description</a:t>
            </a:r>
            <a:endParaRPr sz="2000"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3" name="Google Shape;2413;p58"/>
          <p:cNvSpPr txBox="1"/>
          <p:nvPr/>
        </p:nvSpPr>
        <p:spPr>
          <a:xfrm>
            <a:off x="767097" y="3241419"/>
            <a:ext cx="2110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dirty="0" smtClean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Insight</a:t>
            </a:r>
            <a:endParaRPr sz="2000"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7" name="Google Shape;2417;p58"/>
          <p:cNvSpPr/>
          <p:nvPr/>
        </p:nvSpPr>
        <p:spPr>
          <a:xfrm>
            <a:off x="514797" y="1401236"/>
            <a:ext cx="252300" cy="25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419" name="Google Shape;2419;p58"/>
          <p:cNvSpPr/>
          <p:nvPr/>
        </p:nvSpPr>
        <p:spPr>
          <a:xfrm>
            <a:off x="514797" y="3379119"/>
            <a:ext cx="252300" cy="252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njari"/>
              <a:ea typeface="Manjari"/>
              <a:cs typeface="Manjari"/>
              <a:sym typeface="Manjar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617747"/>
            <a:ext cx="4299057" cy="25278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14797" y="1780037"/>
            <a:ext cx="3787311" cy="1492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Rent Payment generates the highest revenue.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Horizontal bar chart ranking 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revenue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product category.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Categories include:</a:t>
            </a:r>
            <a:b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Rent Payment (1.55M), Streaming Service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(1.46M), Water Bill (1.44M), Online Shopping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(1.42M), Flight Booking (1.39M)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14797" y="3680916"/>
            <a:ext cx="3900041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Rent Payments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the top revenue contributor.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Streaming Services &amp; Water Bills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also perform strongly.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Flight Booking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lowest category but still close to others.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revenue is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distributed evenly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no extreme outliers.</a:t>
            </a:r>
          </a:p>
        </p:txBody>
      </p:sp>
    </p:spTree>
    <p:extLst>
      <p:ext uri="{BB962C8B-B14F-4D97-AF65-F5344CB8AC3E}">
        <p14:creationId xmlns:p14="http://schemas.microsoft.com/office/powerpoint/2010/main" val="2381326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Google Shape;2409;p58"/>
          <p:cNvSpPr txBox="1">
            <a:spLocks noGrp="1"/>
          </p:cNvSpPr>
          <p:nvPr>
            <p:ph type="title"/>
          </p:nvPr>
        </p:nvSpPr>
        <p:spPr>
          <a:xfrm>
            <a:off x="720000" y="445024"/>
            <a:ext cx="7704000" cy="11793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dirty="0"/>
              <a:t>Total Revenue by Year and Quarter</a:t>
            </a:r>
            <a:endParaRPr lang="en-US" sz="2400" dirty="0"/>
          </a:p>
        </p:txBody>
      </p:sp>
      <p:sp>
        <p:nvSpPr>
          <p:cNvPr id="2411" name="Google Shape;2411;p58"/>
          <p:cNvSpPr txBox="1"/>
          <p:nvPr/>
        </p:nvSpPr>
        <p:spPr>
          <a:xfrm>
            <a:off x="804325" y="1244366"/>
            <a:ext cx="2110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dirty="0" smtClean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Descrption</a:t>
            </a:r>
            <a:endParaRPr sz="2000"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3" name="Google Shape;2413;p58"/>
          <p:cNvSpPr txBox="1"/>
          <p:nvPr/>
        </p:nvSpPr>
        <p:spPr>
          <a:xfrm>
            <a:off x="767097" y="3000799"/>
            <a:ext cx="2110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dirty="0" smtClean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Insight</a:t>
            </a:r>
            <a:endParaRPr sz="2000"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4" name="Google Shape;2414;p58"/>
          <p:cNvSpPr txBox="1"/>
          <p:nvPr/>
        </p:nvSpPr>
        <p:spPr>
          <a:xfrm>
            <a:off x="591808" y="3435995"/>
            <a:ext cx="2708240" cy="163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tx1"/>
                </a:solidFill>
              </a:rPr>
              <a:t>The company has lost nearly </a:t>
            </a:r>
            <a:r>
              <a:rPr lang="en-US" b="1" dirty="0">
                <a:solidFill>
                  <a:schemeClr val="tx1"/>
                </a:solidFill>
              </a:rPr>
              <a:t>45% of its quarterly revenue</a:t>
            </a:r>
            <a:r>
              <a:rPr lang="en-US" dirty="0">
                <a:solidFill>
                  <a:schemeClr val="tx1"/>
                </a:solidFill>
              </a:rPr>
              <a:t> in the most recent quarter.</a:t>
            </a:r>
            <a:endParaRPr dirty="0">
              <a:solidFill>
                <a:schemeClr val="tx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417" name="Google Shape;2417;p58"/>
          <p:cNvSpPr/>
          <p:nvPr/>
        </p:nvSpPr>
        <p:spPr>
          <a:xfrm>
            <a:off x="514797" y="1401236"/>
            <a:ext cx="252300" cy="25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419" name="Google Shape;2419;p58"/>
          <p:cNvSpPr/>
          <p:nvPr/>
        </p:nvSpPr>
        <p:spPr>
          <a:xfrm>
            <a:off x="514797" y="3122889"/>
            <a:ext cx="252300" cy="252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njari"/>
              <a:ea typeface="Manjari"/>
              <a:cs typeface="Manjari"/>
              <a:sym typeface="Manja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208" y="1401236"/>
            <a:ext cx="4885092" cy="27444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Rectangle 3"/>
          <p:cNvSpPr/>
          <p:nvPr/>
        </p:nvSpPr>
        <p:spPr>
          <a:xfrm>
            <a:off x="628525" y="1772066"/>
            <a:ext cx="300764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 line chart showing revenue over time. Revenue peaked and plateaued at </a:t>
            </a:r>
            <a:r>
              <a:rPr lang="en-US" b="1" dirty="0">
                <a:solidFill>
                  <a:schemeClr val="tx1"/>
                </a:solidFill>
              </a:rPr>
              <a:t>6.2M</a:t>
            </a:r>
            <a:r>
              <a:rPr lang="en-US" dirty="0">
                <a:solidFill>
                  <a:schemeClr val="tx1"/>
                </a:solidFill>
              </a:rPr>
              <a:t> from Oct 2023 to April 2024, followed by a sharp crash to </a:t>
            </a:r>
            <a:r>
              <a:rPr lang="en-US" b="1" dirty="0">
                <a:solidFill>
                  <a:schemeClr val="tx1"/>
                </a:solidFill>
              </a:rPr>
              <a:t>3.5M</a:t>
            </a:r>
            <a:r>
              <a:rPr lang="en-US" dirty="0">
                <a:solidFill>
                  <a:schemeClr val="tx1"/>
                </a:solidFill>
              </a:rPr>
              <a:t> in July 2024.</a:t>
            </a:r>
          </a:p>
        </p:txBody>
      </p:sp>
    </p:spTree>
    <p:extLst>
      <p:ext uri="{BB962C8B-B14F-4D97-AF65-F5344CB8AC3E}">
        <p14:creationId xmlns:p14="http://schemas.microsoft.com/office/powerpoint/2010/main" val="3796354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Google Shape;2409;p58"/>
          <p:cNvSpPr txBox="1">
            <a:spLocks noGrp="1"/>
          </p:cNvSpPr>
          <p:nvPr>
            <p:ph type="title"/>
          </p:nvPr>
        </p:nvSpPr>
        <p:spPr>
          <a:xfrm>
            <a:off x="719999" y="445025"/>
            <a:ext cx="783846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dirty="0"/>
              <a:t>Cashback by Device &amp; Total Fees Collected (by Payment Method)</a:t>
            </a:r>
            <a:endParaRPr sz="2000" dirty="0"/>
          </a:p>
        </p:txBody>
      </p:sp>
      <p:sp>
        <p:nvSpPr>
          <p:cNvPr id="2411" name="Google Shape;2411;p58"/>
          <p:cNvSpPr txBox="1"/>
          <p:nvPr/>
        </p:nvSpPr>
        <p:spPr>
          <a:xfrm>
            <a:off x="1113744" y="1034772"/>
            <a:ext cx="2110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dirty="0" smtClean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Answer</a:t>
            </a:r>
            <a:endParaRPr sz="2000"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2" name="Google Shape;2412;p58"/>
          <p:cNvSpPr txBox="1"/>
          <p:nvPr/>
        </p:nvSpPr>
        <p:spPr>
          <a:xfrm>
            <a:off x="1199988" y="1732901"/>
            <a:ext cx="2110200" cy="82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endParaRPr dirty="0">
              <a:solidFill>
                <a:schemeClr val="tx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413" name="Google Shape;2413;p58"/>
          <p:cNvSpPr txBox="1"/>
          <p:nvPr/>
        </p:nvSpPr>
        <p:spPr>
          <a:xfrm>
            <a:off x="1152200" y="3030703"/>
            <a:ext cx="2110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dirty="0" smtClean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Insight</a:t>
            </a:r>
            <a:endParaRPr sz="2000"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4" name="Google Shape;2414;p58"/>
          <p:cNvSpPr txBox="1"/>
          <p:nvPr/>
        </p:nvSpPr>
        <p:spPr>
          <a:xfrm>
            <a:off x="1056625" y="3412593"/>
            <a:ext cx="2379713" cy="1635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endParaRPr dirty="0">
              <a:solidFill>
                <a:schemeClr val="tx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417" name="Google Shape;2417;p58"/>
          <p:cNvSpPr/>
          <p:nvPr/>
        </p:nvSpPr>
        <p:spPr>
          <a:xfrm>
            <a:off x="804325" y="1170121"/>
            <a:ext cx="252300" cy="25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419" name="Google Shape;2419;p58"/>
          <p:cNvSpPr/>
          <p:nvPr/>
        </p:nvSpPr>
        <p:spPr>
          <a:xfrm>
            <a:off x="804325" y="3143246"/>
            <a:ext cx="252300" cy="252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njari"/>
              <a:ea typeface="Manjari"/>
              <a:cs typeface="Manjari"/>
              <a:sym typeface="Manja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888" y="1527895"/>
            <a:ext cx="4280677" cy="24083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02793" y="1450202"/>
            <a:ext cx="3852651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chart shows a 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stacked bar comparison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Cashback by device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(top small dark-blue section ~25–26K)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Compared across 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five payment methods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Bank Transfer, Credit Card, Debit Card, UPI, Wallet Balance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categories display 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similar values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almost identical total heights.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19999" y="3412593"/>
            <a:ext cx="4788516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chart shows a 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stacked bar comparison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Cashback by device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(25–26K)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fees collected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(253K)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Compared across 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five payment methods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Bank Transfer, Credit Card, Debit Card, UPI, Wallet Balance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categories display 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similar values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almost identical total heights.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Google Shape;2409;p5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9567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dirty="0"/>
              <a:t>Total Revenue by </a:t>
            </a:r>
            <a:r>
              <a:rPr lang="en-US" sz="2400" dirty="0" err="1" smtClean="0"/>
              <a:t>Payment_Method</a:t>
            </a:r>
            <a:endParaRPr lang="en-US" sz="2400" dirty="0"/>
          </a:p>
        </p:txBody>
      </p:sp>
      <p:sp>
        <p:nvSpPr>
          <p:cNvPr id="2411" name="Google Shape;2411;p58"/>
          <p:cNvSpPr txBox="1"/>
          <p:nvPr/>
        </p:nvSpPr>
        <p:spPr>
          <a:xfrm>
            <a:off x="1152200" y="1299275"/>
            <a:ext cx="2110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dirty="0" smtClean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Description</a:t>
            </a:r>
            <a:endParaRPr sz="2000"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2" name="Google Shape;2412;p58"/>
          <p:cNvSpPr txBox="1"/>
          <p:nvPr/>
        </p:nvSpPr>
        <p:spPr>
          <a:xfrm>
            <a:off x="1152200" y="1681672"/>
            <a:ext cx="3419800" cy="820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tx1"/>
                </a:solidFill>
              </a:rPr>
              <a:t>A vertical bar chart comparing revenue across five payment methods. "Bank Transfer" leads slightly at </a:t>
            </a:r>
            <a:r>
              <a:rPr lang="en-US" b="1" dirty="0">
                <a:solidFill>
                  <a:schemeClr val="tx1"/>
                </a:solidFill>
              </a:rPr>
              <a:t>5.3M</a:t>
            </a:r>
            <a:r>
              <a:rPr lang="en-US" dirty="0">
                <a:solidFill>
                  <a:schemeClr val="tx1"/>
                </a:solidFill>
              </a:rPr>
              <a:t>, closely followed by "Debit Card" (5.2M). "Wallet Balance" generates the lowest revenue at </a:t>
            </a:r>
            <a:r>
              <a:rPr lang="en-US" b="1" dirty="0">
                <a:solidFill>
                  <a:schemeClr val="tx1"/>
                </a:solidFill>
              </a:rPr>
              <a:t>4.6M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dirty="0">
              <a:solidFill>
                <a:schemeClr val="tx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413" name="Google Shape;2413;p58"/>
          <p:cNvSpPr txBox="1"/>
          <p:nvPr/>
        </p:nvSpPr>
        <p:spPr>
          <a:xfrm>
            <a:off x="1152200" y="3212254"/>
            <a:ext cx="2110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dirty="0" smtClean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Insight</a:t>
            </a:r>
            <a:endParaRPr sz="2000"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4" name="Google Shape;2414;p58"/>
          <p:cNvSpPr txBox="1"/>
          <p:nvPr/>
        </p:nvSpPr>
        <p:spPr>
          <a:xfrm>
            <a:off x="1056625" y="3602254"/>
            <a:ext cx="4172600" cy="1731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The revenue distribution is remarkably flat. There is no single dominant payment channel; customers are comfortable using a wide variety of methods. However, "Wallet Balance" is the least utilized, suggesting users prefer direct withdrawal methods over storing value in the app.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17" name="Google Shape;2417;p58"/>
          <p:cNvSpPr/>
          <p:nvPr/>
        </p:nvSpPr>
        <p:spPr>
          <a:xfrm>
            <a:off x="804325" y="1401745"/>
            <a:ext cx="252300" cy="25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419" name="Google Shape;2419;p58"/>
          <p:cNvSpPr/>
          <p:nvPr/>
        </p:nvSpPr>
        <p:spPr>
          <a:xfrm>
            <a:off x="804325" y="3349954"/>
            <a:ext cx="252300" cy="252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njari"/>
              <a:ea typeface="Manjari"/>
              <a:cs typeface="Manjari"/>
              <a:sym typeface="Manjar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336911"/>
            <a:ext cx="4165569" cy="23301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79719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Google Shape;2409;p58"/>
          <p:cNvSpPr txBox="1">
            <a:spLocks noGrp="1"/>
          </p:cNvSpPr>
          <p:nvPr>
            <p:ph type="title"/>
          </p:nvPr>
        </p:nvSpPr>
        <p:spPr>
          <a:xfrm>
            <a:off x="719999" y="445025"/>
            <a:ext cx="8004143" cy="9567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dirty="0"/>
              <a:t>Total Revenue by Location Pie Chart</a:t>
            </a:r>
            <a:endParaRPr sz="1400" dirty="0"/>
          </a:p>
        </p:txBody>
      </p:sp>
      <p:sp>
        <p:nvSpPr>
          <p:cNvPr id="2411" name="Google Shape;2411;p58"/>
          <p:cNvSpPr txBox="1"/>
          <p:nvPr/>
        </p:nvSpPr>
        <p:spPr>
          <a:xfrm>
            <a:off x="990086" y="1359486"/>
            <a:ext cx="2110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dirty="0" smtClean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Description</a:t>
            </a:r>
            <a:endParaRPr sz="2000"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3" name="Google Shape;2413;p58"/>
          <p:cNvSpPr txBox="1"/>
          <p:nvPr/>
        </p:nvSpPr>
        <p:spPr>
          <a:xfrm>
            <a:off x="943789" y="3101799"/>
            <a:ext cx="2110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dirty="0" smtClean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Insghit</a:t>
            </a:r>
            <a:endParaRPr sz="2000"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4" name="Google Shape;2414;p58"/>
          <p:cNvSpPr txBox="1"/>
          <p:nvPr/>
        </p:nvSpPr>
        <p:spPr>
          <a:xfrm>
            <a:off x="943789" y="3475216"/>
            <a:ext cx="2557780" cy="183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1800" dirty="0">
                <a:solidFill>
                  <a:schemeClr val="tx1"/>
                </a:solidFill>
              </a:rPr>
              <a:t>Almost </a:t>
            </a:r>
            <a:r>
              <a:rPr lang="en-US" sz="1800" b="1" dirty="0">
                <a:solidFill>
                  <a:schemeClr val="tx1"/>
                </a:solidFill>
              </a:rPr>
              <a:t>73%</a:t>
            </a:r>
            <a:r>
              <a:rPr lang="en-US" sz="1800" dirty="0">
                <a:solidFill>
                  <a:schemeClr val="tx1"/>
                </a:solidFill>
              </a:rPr>
              <a:t> of all revenue comes from Urban areas.</a:t>
            </a:r>
            <a:endParaRPr sz="1800" dirty="0">
              <a:solidFill>
                <a:schemeClr val="tx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417" name="Google Shape;2417;p58"/>
          <p:cNvSpPr/>
          <p:nvPr/>
        </p:nvSpPr>
        <p:spPr>
          <a:xfrm>
            <a:off x="636012" y="1480605"/>
            <a:ext cx="252300" cy="25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419" name="Google Shape;2419;p58"/>
          <p:cNvSpPr/>
          <p:nvPr/>
        </p:nvSpPr>
        <p:spPr>
          <a:xfrm>
            <a:off x="636012" y="3239499"/>
            <a:ext cx="252300" cy="252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62162" y="1824482"/>
            <a:ext cx="433625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pie chart breaking down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revenue by location.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Suburban: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18.05% (4.5M)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Rural: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8.97% (2.24M)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Urban: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72.98% (18.19M)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8554" y="1486433"/>
            <a:ext cx="4559339" cy="256542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76026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Google Shape;2409;p58"/>
          <p:cNvSpPr txBox="1">
            <a:spLocks noGrp="1"/>
          </p:cNvSpPr>
          <p:nvPr>
            <p:ph type="title"/>
          </p:nvPr>
        </p:nvSpPr>
        <p:spPr>
          <a:xfrm>
            <a:off x="720000" y="445024"/>
            <a:ext cx="7704000" cy="14880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dirty="0"/>
              <a:t>Count of Location by </a:t>
            </a:r>
            <a:r>
              <a:rPr lang="en-US" sz="2000" dirty="0" err="1" smtClean="0"/>
              <a:t>Product_Category</a:t>
            </a:r>
            <a:endParaRPr sz="1600" dirty="0"/>
          </a:p>
        </p:txBody>
      </p:sp>
      <p:sp>
        <p:nvSpPr>
          <p:cNvPr id="2411" name="Google Shape;2411;p58"/>
          <p:cNvSpPr txBox="1"/>
          <p:nvPr/>
        </p:nvSpPr>
        <p:spPr>
          <a:xfrm>
            <a:off x="1152200" y="1274855"/>
            <a:ext cx="2110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dirty="0" smtClean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Descrption</a:t>
            </a:r>
            <a:endParaRPr sz="2000"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2" name="Google Shape;2412;p58"/>
          <p:cNvSpPr txBox="1"/>
          <p:nvPr/>
        </p:nvSpPr>
        <p:spPr>
          <a:xfrm>
            <a:off x="720000" y="1688517"/>
            <a:ext cx="3794351" cy="1844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tx1"/>
                </a:solidFill>
              </a:rPr>
              <a:t>A stacked bar chart showing transaction volume for various categories (Rent, Streaming, Shopping) split by location type. </a:t>
            </a:r>
            <a:r>
              <a:rPr lang="en-US" b="1" dirty="0">
                <a:solidFill>
                  <a:schemeClr val="tx1"/>
                </a:solidFill>
              </a:rPr>
              <a:t>Urban</a:t>
            </a:r>
            <a:r>
              <a:rPr lang="en-US" dirty="0">
                <a:solidFill>
                  <a:schemeClr val="tx1"/>
                </a:solidFill>
              </a:rPr>
              <a:t> users (Light Blue) overwhelmingly dominate every category.</a:t>
            </a:r>
            <a:endParaRPr dirty="0">
              <a:solidFill>
                <a:schemeClr val="tx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413" name="Google Shape;2413;p58"/>
          <p:cNvSpPr txBox="1"/>
          <p:nvPr/>
        </p:nvSpPr>
        <p:spPr>
          <a:xfrm>
            <a:off x="1133040" y="3029813"/>
            <a:ext cx="2110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dirty="0" smtClean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Insghit</a:t>
            </a:r>
            <a:endParaRPr sz="2000"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4" name="Google Shape;2414;p58"/>
          <p:cNvSpPr txBox="1"/>
          <p:nvPr/>
        </p:nvSpPr>
        <p:spPr>
          <a:xfrm>
            <a:off x="824572" y="3422878"/>
            <a:ext cx="3585206" cy="143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The product is effectively an "Urban-only" product. Rent Payment and Streaming Services are the highest volume drivers, but Rural (Orange) and Suburban (Dark Blue) segments are statistically insignificant compared to Urban usage.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17" name="Google Shape;2417;p58"/>
          <p:cNvSpPr/>
          <p:nvPr/>
        </p:nvSpPr>
        <p:spPr>
          <a:xfrm>
            <a:off x="804325" y="1401745"/>
            <a:ext cx="252300" cy="25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419" name="Google Shape;2419;p58"/>
          <p:cNvSpPr/>
          <p:nvPr/>
        </p:nvSpPr>
        <p:spPr>
          <a:xfrm>
            <a:off x="804325" y="3183352"/>
            <a:ext cx="252300" cy="252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njari"/>
              <a:ea typeface="Manjari"/>
              <a:cs typeface="Manjari"/>
              <a:sym typeface="Manja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351" y="1538705"/>
            <a:ext cx="4512966" cy="252675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67514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Google Shape;2409;p58"/>
          <p:cNvSpPr txBox="1">
            <a:spLocks noGrp="1"/>
          </p:cNvSpPr>
          <p:nvPr>
            <p:ph type="title"/>
          </p:nvPr>
        </p:nvSpPr>
        <p:spPr>
          <a:xfrm>
            <a:off x="720000" y="445024"/>
            <a:ext cx="7704000" cy="10543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/>
              <a:t>Count of Device by Location</a:t>
            </a:r>
            <a:endParaRPr sz="2400" dirty="0"/>
          </a:p>
        </p:txBody>
      </p:sp>
      <p:sp>
        <p:nvSpPr>
          <p:cNvPr id="2411" name="Google Shape;2411;p58"/>
          <p:cNvSpPr txBox="1"/>
          <p:nvPr/>
        </p:nvSpPr>
        <p:spPr>
          <a:xfrm>
            <a:off x="1152200" y="1274855"/>
            <a:ext cx="2110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dirty="0" smtClean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Description</a:t>
            </a:r>
            <a:endParaRPr sz="2000"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3" name="Google Shape;2413;p58"/>
          <p:cNvSpPr txBox="1"/>
          <p:nvPr/>
        </p:nvSpPr>
        <p:spPr>
          <a:xfrm>
            <a:off x="1133040" y="3029813"/>
            <a:ext cx="2110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dirty="0" smtClean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Insight</a:t>
            </a:r>
            <a:endParaRPr sz="2000"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4" name="Google Shape;2414;p58"/>
          <p:cNvSpPr txBox="1"/>
          <p:nvPr/>
        </p:nvSpPr>
        <p:spPr>
          <a:xfrm>
            <a:off x="1013469" y="3435652"/>
            <a:ext cx="3243315" cy="143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The chart reinforces the findings of Slide 2. For every payment method (Bank Transfer, Debit Card, etc.), Urban usage is </a:t>
            </a:r>
            <a:r>
              <a:rPr lang="en-US" b="1" dirty="0">
                <a:solidFill>
                  <a:schemeClr val="tx1"/>
                </a:solidFill>
              </a:rPr>
              <a:t>4x to 7x higher</a:t>
            </a:r>
            <a:r>
              <a:rPr lang="en-US" dirty="0">
                <a:solidFill>
                  <a:schemeClr val="tx1"/>
                </a:solidFill>
              </a:rPr>
              <a:t> than Suburban and Rural combined.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17" name="Google Shape;2417;p58"/>
          <p:cNvSpPr/>
          <p:nvPr/>
        </p:nvSpPr>
        <p:spPr>
          <a:xfrm>
            <a:off x="804325" y="1401745"/>
            <a:ext cx="252300" cy="25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419" name="Google Shape;2419;p58"/>
          <p:cNvSpPr/>
          <p:nvPr/>
        </p:nvSpPr>
        <p:spPr>
          <a:xfrm>
            <a:off x="804325" y="3183352"/>
            <a:ext cx="252300" cy="252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804325" y="1744073"/>
            <a:ext cx="365521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grouped bar chart displaying the count of devices used for different payment methods, segmented by location.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6785" y="1556395"/>
            <a:ext cx="4403693" cy="24551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803970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hlinkClick r:id="" action="ppaction://hlinkshowjump?jump=nextslide"/>
          </p:cNvPr>
          <p:cNvSpPr/>
          <p:nvPr/>
        </p:nvSpPr>
        <p:spPr>
          <a:xfrm>
            <a:off x="2671763" y="685801"/>
            <a:ext cx="3343275" cy="6715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Overview</a:t>
            </a:r>
            <a:endParaRPr lang="en-US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8" name="Rounded Rectangle 17">
            <a:hlinkClick r:id="" action="ppaction://hlinkshowjump?jump=nextslide"/>
          </p:cNvPr>
          <p:cNvSpPr/>
          <p:nvPr/>
        </p:nvSpPr>
        <p:spPr>
          <a:xfrm>
            <a:off x="2671762" y="2024064"/>
            <a:ext cx="3343275" cy="6715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hlinkClick r:id="" action="ppaction://hlinkshowjump?jump=nextslide"/>
              </a:rPr>
              <a:t>Merchant</a:t>
            </a:r>
            <a:endParaRPr lang="en-US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9" name="Rounded Rectangle 18">
            <a:hlinkClick r:id="rId3" action="ppaction://hlinksldjump"/>
          </p:cNvPr>
          <p:cNvSpPr/>
          <p:nvPr/>
        </p:nvSpPr>
        <p:spPr>
          <a:xfrm>
            <a:off x="2671761" y="3362327"/>
            <a:ext cx="3343275" cy="6715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User &amp; Device</a:t>
            </a:r>
            <a:endParaRPr lang="en-US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47991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Google Shape;2409;p58"/>
          <p:cNvSpPr txBox="1">
            <a:spLocks noGrp="1"/>
          </p:cNvSpPr>
          <p:nvPr>
            <p:ph type="title"/>
          </p:nvPr>
        </p:nvSpPr>
        <p:spPr>
          <a:xfrm>
            <a:off x="719999" y="445025"/>
            <a:ext cx="8004143" cy="8092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dirty="0"/>
              <a:t>Total Revenue by </a:t>
            </a:r>
            <a:r>
              <a:rPr lang="en-US" sz="2000" dirty="0" err="1"/>
              <a:t>Merchant_Name</a:t>
            </a:r>
            <a:endParaRPr sz="2000" dirty="0"/>
          </a:p>
        </p:txBody>
      </p:sp>
      <p:sp>
        <p:nvSpPr>
          <p:cNvPr id="2411" name="Google Shape;2411;p58"/>
          <p:cNvSpPr txBox="1"/>
          <p:nvPr/>
        </p:nvSpPr>
        <p:spPr>
          <a:xfrm>
            <a:off x="1152200" y="1299275"/>
            <a:ext cx="2110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dirty="0" smtClean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Description</a:t>
            </a:r>
            <a:endParaRPr sz="2000"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2" name="Google Shape;2412;p58"/>
          <p:cNvSpPr txBox="1"/>
          <p:nvPr/>
        </p:nvSpPr>
        <p:spPr>
          <a:xfrm>
            <a:off x="1152200" y="1732905"/>
            <a:ext cx="2748288" cy="115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tx1"/>
                </a:solidFill>
              </a:rPr>
              <a:t>A horizontal bar chart ranking the top 10 merchants. </a:t>
            </a:r>
            <a:r>
              <a:rPr lang="en-US" b="1" dirty="0">
                <a:solidFill>
                  <a:schemeClr val="tx1"/>
                </a:solidFill>
              </a:rPr>
              <a:t>Airbnb (0.55M)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b="1" dirty="0">
                <a:solidFill>
                  <a:schemeClr val="tx1"/>
                </a:solidFill>
              </a:rPr>
              <a:t>Flipkart (0.45M)</a:t>
            </a:r>
            <a:r>
              <a:rPr lang="en-US" dirty="0">
                <a:solidFill>
                  <a:schemeClr val="tx1"/>
                </a:solidFill>
              </a:rPr>
              <a:t>, and </a:t>
            </a:r>
            <a:r>
              <a:rPr lang="en-US" b="1" dirty="0" err="1">
                <a:solidFill>
                  <a:schemeClr val="tx1"/>
                </a:solidFill>
              </a:rPr>
              <a:t>MakeMyTrip</a:t>
            </a:r>
            <a:r>
              <a:rPr lang="en-US" b="1" dirty="0">
                <a:solidFill>
                  <a:schemeClr val="tx1"/>
                </a:solidFill>
              </a:rPr>
              <a:t> (0.43M)</a:t>
            </a:r>
            <a:r>
              <a:rPr lang="en-US" dirty="0">
                <a:solidFill>
                  <a:schemeClr val="tx1"/>
                </a:solidFill>
              </a:rPr>
              <a:t> are the top three.</a:t>
            </a:r>
            <a:endParaRPr dirty="0">
              <a:solidFill>
                <a:schemeClr val="tx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413" name="Google Shape;2413;p58"/>
          <p:cNvSpPr txBox="1"/>
          <p:nvPr/>
        </p:nvSpPr>
        <p:spPr>
          <a:xfrm>
            <a:off x="1167579" y="3101799"/>
            <a:ext cx="2110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dirty="0" smtClean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Insghit</a:t>
            </a:r>
            <a:endParaRPr sz="2000"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4" name="Google Shape;2414;p58"/>
          <p:cNvSpPr txBox="1"/>
          <p:nvPr/>
        </p:nvSpPr>
        <p:spPr>
          <a:xfrm>
            <a:off x="1152200" y="3491799"/>
            <a:ext cx="3419800" cy="1578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tx1"/>
                </a:solidFill>
              </a:rPr>
              <a:t>Revenue is heavily driven by high-ticket discretionary spending (Travel and E-commerce). Essential services like Water Supply and Utilities (CESC) generate significantly less revenue per merchant.</a:t>
            </a:r>
            <a:endParaRPr dirty="0">
              <a:solidFill>
                <a:schemeClr val="tx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417" name="Google Shape;2417;p58"/>
          <p:cNvSpPr/>
          <p:nvPr/>
        </p:nvSpPr>
        <p:spPr>
          <a:xfrm>
            <a:off x="804325" y="1401745"/>
            <a:ext cx="252300" cy="25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419" name="Google Shape;2419;p58"/>
          <p:cNvSpPr/>
          <p:nvPr/>
        </p:nvSpPr>
        <p:spPr>
          <a:xfrm>
            <a:off x="804325" y="3239499"/>
            <a:ext cx="252300" cy="252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njari"/>
              <a:ea typeface="Manjari"/>
              <a:cs typeface="Manjari"/>
              <a:sym typeface="Manjar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0524" y="1090697"/>
            <a:ext cx="4450555" cy="24931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42009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671763" y="685801"/>
            <a:ext cx="3343275" cy="6715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Overview</a:t>
            </a:r>
            <a:endParaRPr lang="en-US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671762" y="2024064"/>
            <a:ext cx="3343275" cy="6715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Merchant</a:t>
            </a:r>
            <a:endParaRPr lang="en-US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9" name="Rounded Rectangle 18">
            <a:hlinkClick r:id="" action="ppaction://hlinkshowjump?jump=nextslide"/>
          </p:cNvPr>
          <p:cNvSpPr/>
          <p:nvPr/>
        </p:nvSpPr>
        <p:spPr>
          <a:xfrm>
            <a:off x="2671761" y="3362327"/>
            <a:ext cx="3343275" cy="6715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hlinkClick r:id="" action="ppaction://hlinkshowjump?jump=nextslide"/>
              </a:rPr>
              <a:t>User &amp; Device</a:t>
            </a:r>
            <a:endParaRPr lang="en-US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1402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Google Shape;2409;p58"/>
          <p:cNvSpPr txBox="1">
            <a:spLocks noGrp="1"/>
          </p:cNvSpPr>
          <p:nvPr>
            <p:ph type="title"/>
          </p:nvPr>
        </p:nvSpPr>
        <p:spPr>
          <a:xfrm>
            <a:off x="719999" y="445025"/>
            <a:ext cx="8004143" cy="8092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dirty="0"/>
              <a:t>Total Cashback Paid and Total Fees Collected</a:t>
            </a:r>
            <a:endParaRPr sz="2000" dirty="0"/>
          </a:p>
        </p:txBody>
      </p:sp>
      <p:sp>
        <p:nvSpPr>
          <p:cNvPr id="2411" name="Google Shape;2411;p58"/>
          <p:cNvSpPr txBox="1"/>
          <p:nvPr/>
        </p:nvSpPr>
        <p:spPr>
          <a:xfrm>
            <a:off x="1152200" y="1299275"/>
            <a:ext cx="2110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dirty="0" smtClean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Description</a:t>
            </a:r>
            <a:endParaRPr sz="2000"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2" name="Google Shape;2412;p58"/>
          <p:cNvSpPr txBox="1"/>
          <p:nvPr/>
        </p:nvSpPr>
        <p:spPr>
          <a:xfrm>
            <a:off x="1152200" y="1732905"/>
            <a:ext cx="2748288" cy="115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tx1"/>
                </a:solidFill>
              </a:rPr>
              <a:t>A bar chart comparing Cashback Paid (Light Blue) vs. Fees Collected (Dark Blue) per category.</a:t>
            </a:r>
            <a:endParaRPr dirty="0">
              <a:solidFill>
                <a:schemeClr val="tx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413" name="Google Shape;2413;p58"/>
          <p:cNvSpPr txBox="1"/>
          <p:nvPr/>
        </p:nvSpPr>
        <p:spPr>
          <a:xfrm>
            <a:off x="1167579" y="3101799"/>
            <a:ext cx="2110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dirty="0" smtClean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Insghit</a:t>
            </a:r>
            <a:endParaRPr sz="2000"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4" name="Google Shape;2414;p58"/>
          <p:cNvSpPr txBox="1"/>
          <p:nvPr/>
        </p:nvSpPr>
        <p:spPr>
          <a:xfrm>
            <a:off x="1152200" y="3491799"/>
            <a:ext cx="3419800" cy="1578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tx1"/>
                </a:solidFill>
              </a:rPr>
              <a:t>In almost every category, </a:t>
            </a:r>
            <a:r>
              <a:rPr lang="en-US" b="1" dirty="0">
                <a:solidFill>
                  <a:schemeClr val="tx1"/>
                </a:solidFill>
              </a:rPr>
              <a:t>Cashback Paid is roughly double the Fees Collected</a:t>
            </a:r>
            <a:r>
              <a:rPr lang="en-US" dirty="0">
                <a:solidFill>
                  <a:schemeClr val="tx1"/>
                </a:solidFill>
              </a:rPr>
              <a:t>. For example, in "Rent Payment," the platform pays ~15.9K in cashback to collect only ~7.5K in fees.</a:t>
            </a:r>
            <a:endParaRPr dirty="0">
              <a:solidFill>
                <a:schemeClr val="tx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417" name="Google Shape;2417;p58"/>
          <p:cNvSpPr/>
          <p:nvPr/>
        </p:nvSpPr>
        <p:spPr>
          <a:xfrm>
            <a:off x="804325" y="1401745"/>
            <a:ext cx="252300" cy="25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419" name="Google Shape;2419;p58"/>
          <p:cNvSpPr/>
          <p:nvPr/>
        </p:nvSpPr>
        <p:spPr>
          <a:xfrm>
            <a:off x="804325" y="3239499"/>
            <a:ext cx="252300" cy="252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njari"/>
              <a:ea typeface="Manjari"/>
              <a:cs typeface="Manjari"/>
              <a:sym typeface="Manja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007" y="1299275"/>
            <a:ext cx="4596509" cy="256549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641035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Google Shape;2409;p58"/>
          <p:cNvSpPr txBox="1">
            <a:spLocks noGrp="1"/>
          </p:cNvSpPr>
          <p:nvPr>
            <p:ph type="title"/>
          </p:nvPr>
        </p:nvSpPr>
        <p:spPr>
          <a:xfrm>
            <a:off x="719999" y="445025"/>
            <a:ext cx="8004143" cy="9567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dirty="0"/>
              <a:t>Cashback by Device and Fees Collected</a:t>
            </a:r>
            <a:endParaRPr sz="1400" dirty="0"/>
          </a:p>
        </p:txBody>
      </p:sp>
      <p:sp>
        <p:nvSpPr>
          <p:cNvPr id="2411" name="Google Shape;2411;p58"/>
          <p:cNvSpPr txBox="1"/>
          <p:nvPr/>
        </p:nvSpPr>
        <p:spPr>
          <a:xfrm>
            <a:off x="990086" y="1359486"/>
            <a:ext cx="2110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dirty="0" smtClean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Description</a:t>
            </a:r>
            <a:endParaRPr sz="2000"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3" name="Google Shape;2413;p58"/>
          <p:cNvSpPr txBox="1"/>
          <p:nvPr/>
        </p:nvSpPr>
        <p:spPr>
          <a:xfrm>
            <a:off x="943789" y="3101799"/>
            <a:ext cx="2110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dirty="0" smtClean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Insghit</a:t>
            </a:r>
            <a:endParaRPr sz="2000"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4" name="Google Shape;2414;p58"/>
          <p:cNvSpPr txBox="1"/>
          <p:nvPr/>
        </p:nvSpPr>
        <p:spPr>
          <a:xfrm>
            <a:off x="943789" y="3475216"/>
            <a:ext cx="3079816" cy="183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tx1"/>
                </a:solidFill>
              </a:rPr>
              <a:t>Android users drive the bulk of volume but also the bulk of the "Cash burn." The ratio of loss (2:1 Cashback to Fees) is consistent across both operating systems.</a:t>
            </a:r>
            <a:endParaRPr dirty="0">
              <a:solidFill>
                <a:schemeClr val="tx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417" name="Google Shape;2417;p58"/>
          <p:cNvSpPr/>
          <p:nvPr/>
        </p:nvSpPr>
        <p:spPr>
          <a:xfrm>
            <a:off x="636012" y="1480605"/>
            <a:ext cx="252300" cy="25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419" name="Google Shape;2419;p58"/>
          <p:cNvSpPr/>
          <p:nvPr/>
        </p:nvSpPr>
        <p:spPr>
          <a:xfrm>
            <a:off x="636012" y="3239499"/>
            <a:ext cx="252300" cy="252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88312" y="1853705"/>
            <a:ext cx="313529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 grouped bar chart comparing financial performance by device type.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Android:</a:t>
            </a:r>
            <a:r>
              <a:rPr lang="en-US" dirty="0">
                <a:solidFill>
                  <a:schemeClr val="tx1"/>
                </a:solidFill>
              </a:rPr>
              <a:t> ~152K Cashback vs ~75K Fees.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iOS:</a:t>
            </a:r>
            <a:r>
              <a:rPr lang="en-US" dirty="0">
                <a:solidFill>
                  <a:schemeClr val="tx1"/>
                </a:solidFill>
              </a:rPr>
              <a:t> ~78K Cashback vs ~38K Fees.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469" y="1278731"/>
            <a:ext cx="4808433" cy="26921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9919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Google Shape;2409;p58"/>
          <p:cNvSpPr txBox="1">
            <a:spLocks noGrp="1"/>
          </p:cNvSpPr>
          <p:nvPr>
            <p:ph type="title"/>
          </p:nvPr>
        </p:nvSpPr>
        <p:spPr>
          <a:xfrm>
            <a:off x="719999" y="445025"/>
            <a:ext cx="8004143" cy="9567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dirty="0"/>
              <a:t>Total Transaction Count by Status</a:t>
            </a:r>
            <a:endParaRPr sz="1400" dirty="0"/>
          </a:p>
        </p:txBody>
      </p:sp>
      <p:sp>
        <p:nvSpPr>
          <p:cNvPr id="2411" name="Google Shape;2411;p58"/>
          <p:cNvSpPr txBox="1"/>
          <p:nvPr/>
        </p:nvSpPr>
        <p:spPr>
          <a:xfrm>
            <a:off x="990086" y="1359486"/>
            <a:ext cx="2110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dirty="0" smtClean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Description</a:t>
            </a:r>
            <a:endParaRPr sz="2000"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3" name="Google Shape;2413;p58"/>
          <p:cNvSpPr txBox="1"/>
          <p:nvPr/>
        </p:nvSpPr>
        <p:spPr>
          <a:xfrm>
            <a:off x="943789" y="3101799"/>
            <a:ext cx="2110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dirty="0" smtClean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Insghit</a:t>
            </a:r>
            <a:endParaRPr sz="2000"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4" name="Google Shape;2414;p58"/>
          <p:cNvSpPr txBox="1"/>
          <p:nvPr/>
        </p:nvSpPr>
        <p:spPr>
          <a:xfrm>
            <a:off x="943789" y="3475216"/>
            <a:ext cx="3079816" cy="183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>
                <a:solidFill>
                  <a:schemeClr val="tx1"/>
                </a:solidFill>
              </a:rPr>
              <a:t>While 95% is decent, a nearly </a:t>
            </a:r>
            <a:r>
              <a:rPr lang="en-US" b="1" dirty="0">
                <a:solidFill>
                  <a:schemeClr val="tx1"/>
                </a:solidFill>
              </a:rPr>
              <a:t>5% failure/pending rate</a:t>
            </a:r>
            <a:r>
              <a:rPr lang="en-US" dirty="0">
                <a:solidFill>
                  <a:schemeClr val="tx1"/>
                </a:solidFill>
              </a:rPr>
              <a:t> is high for financial transactions. In a high-volume </a:t>
            </a:r>
            <a:r>
              <a:rPr lang="en-US" dirty="0" err="1">
                <a:solidFill>
                  <a:schemeClr val="tx1"/>
                </a:solidFill>
              </a:rPr>
              <a:t>fintech</a:t>
            </a:r>
            <a:r>
              <a:rPr lang="en-US" dirty="0">
                <a:solidFill>
                  <a:schemeClr val="tx1"/>
                </a:solidFill>
              </a:rPr>
              <a:t> environment, 5% represents thousands of frustrated users.</a:t>
            </a:r>
            <a:endParaRPr dirty="0">
              <a:solidFill>
                <a:schemeClr val="tx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417" name="Google Shape;2417;p58"/>
          <p:cNvSpPr/>
          <p:nvPr/>
        </p:nvSpPr>
        <p:spPr>
          <a:xfrm>
            <a:off x="636012" y="1480605"/>
            <a:ext cx="252300" cy="25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419" name="Google Shape;2419;p58"/>
          <p:cNvSpPr/>
          <p:nvPr/>
        </p:nvSpPr>
        <p:spPr>
          <a:xfrm>
            <a:off x="636012" y="3239499"/>
            <a:ext cx="252300" cy="252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88312" y="1748734"/>
            <a:ext cx="415988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donut chart showing transaction success rates.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95.1%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Failed: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2.92%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Pending: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1.98%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588" y="1543050"/>
            <a:ext cx="4472946" cy="250370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752669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Google Shape;1918;p35"/>
          <p:cNvSpPr txBox="1">
            <a:spLocks noGrp="1"/>
          </p:cNvSpPr>
          <p:nvPr>
            <p:ph type="title"/>
          </p:nvPr>
        </p:nvSpPr>
        <p:spPr>
          <a:xfrm>
            <a:off x="1650450" y="2041720"/>
            <a:ext cx="5838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US" dirty="0" smtClean="0"/>
              <a:t>Thank You</a:t>
            </a:r>
            <a:endParaRPr lang="en-US" dirty="0"/>
          </a:p>
        </p:txBody>
      </p:sp>
      <p:grpSp>
        <p:nvGrpSpPr>
          <p:cNvPr id="1921" name="Google Shape;1921;p35"/>
          <p:cNvGrpSpPr/>
          <p:nvPr/>
        </p:nvGrpSpPr>
        <p:grpSpPr>
          <a:xfrm>
            <a:off x="7358250" y="1285575"/>
            <a:ext cx="130200" cy="126125"/>
            <a:chOff x="3935725" y="167575"/>
            <a:chExt cx="130200" cy="126125"/>
          </a:xfrm>
        </p:grpSpPr>
        <p:sp>
          <p:nvSpPr>
            <p:cNvPr id="1922" name="Google Shape;1922;p35"/>
            <p:cNvSpPr/>
            <p:nvPr/>
          </p:nvSpPr>
          <p:spPr>
            <a:xfrm>
              <a:off x="3935725" y="1675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923" name="Google Shape;1923;p35"/>
            <p:cNvSpPr/>
            <p:nvPr/>
          </p:nvSpPr>
          <p:spPr>
            <a:xfrm>
              <a:off x="4000825" y="2017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924" name="Google Shape;1924;p35"/>
            <p:cNvSpPr/>
            <p:nvPr/>
          </p:nvSpPr>
          <p:spPr>
            <a:xfrm>
              <a:off x="3935725" y="237300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925" name="Google Shape;1925;p35"/>
          <p:cNvGrpSpPr/>
          <p:nvPr/>
        </p:nvGrpSpPr>
        <p:grpSpPr>
          <a:xfrm>
            <a:off x="8146817" y="1602437"/>
            <a:ext cx="449076" cy="119073"/>
            <a:chOff x="7108302" y="2550931"/>
            <a:chExt cx="281323" cy="74593"/>
          </a:xfrm>
        </p:grpSpPr>
        <p:sp>
          <p:nvSpPr>
            <p:cNvPr id="1926" name="Google Shape;1926;p35"/>
            <p:cNvSpPr/>
            <p:nvPr/>
          </p:nvSpPr>
          <p:spPr>
            <a:xfrm>
              <a:off x="7347000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7" name="Google Shape;1927;p35"/>
            <p:cNvSpPr/>
            <p:nvPr/>
          </p:nvSpPr>
          <p:spPr>
            <a:xfrm>
              <a:off x="7285195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8" name="Google Shape;1928;p35"/>
            <p:cNvSpPr/>
            <p:nvPr/>
          </p:nvSpPr>
          <p:spPr>
            <a:xfrm>
              <a:off x="7227651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9" name="Google Shape;1929;p35"/>
            <p:cNvSpPr/>
            <p:nvPr/>
          </p:nvSpPr>
          <p:spPr>
            <a:xfrm>
              <a:off x="717010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0" name="Google Shape;1930;p35"/>
            <p:cNvSpPr/>
            <p:nvPr/>
          </p:nvSpPr>
          <p:spPr>
            <a:xfrm>
              <a:off x="7108302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1" name="Google Shape;1931;p35"/>
            <p:cNvSpPr/>
            <p:nvPr/>
          </p:nvSpPr>
          <p:spPr>
            <a:xfrm>
              <a:off x="7347000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2" name="Google Shape;1932;p35"/>
            <p:cNvSpPr/>
            <p:nvPr/>
          </p:nvSpPr>
          <p:spPr>
            <a:xfrm>
              <a:off x="7285195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3" name="Google Shape;1933;p35"/>
            <p:cNvSpPr/>
            <p:nvPr/>
          </p:nvSpPr>
          <p:spPr>
            <a:xfrm>
              <a:off x="7227651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4" name="Google Shape;1934;p35"/>
            <p:cNvSpPr/>
            <p:nvPr/>
          </p:nvSpPr>
          <p:spPr>
            <a:xfrm>
              <a:off x="717010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5" name="Google Shape;1935;p35"/>
            <p:cNvSpPr/>
            <p:nvPr/>
          </p:nvSpPr>
          <p:spPr>
            <a:xfrm>
              <a:off x="7108302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915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Google Shape;1918;p35"/>
          <p:cNvSpPr txBox="1">
            <a:spLocks noGrp="1"/>
          </p:cNvSpPr>
          <p:nvPr>
            <p:ph type="title"/>
          </p:nvPr>
        </p:nvSpPr>
        <p:spPr>
          <a:xfrm>
            <a:off x="1653000" y="3084457"/>
            <a:ext cx="5838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US" dirty="0"/>
              <a:t>Data Analysis to Answer Questions </a:t>
            </a:r>
          </a:p>
        </p:txBody>
      </p:sp>
      <p:sp>
        <p:nvSpPr>
          <p:cNvPr id="1920" name="Google Shape;1920;p35"/>
          <p:cNvSpPr txBox="1">
            <a:spLocks noGrp="1"/>
          </p:cNvSpPr>
          <p:nvPr>
            <p:ph type="title" idx="2"/>
          </p:nvPr>
        </p:nvSpPr>
        <p:spPr>
          <a:xfrm>
            <a:off x="3720750" y="1181250"/>
            <a:ext cx="1702500" cy="103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 smtClean="0"/>
              <a:t>04</a:t>
            </a:r>
            <a:endParaRPr dirty="0"/>
          </a:p>
        </p:txBody>
      </p:sp>
      <p:grpSp>
        <p:nvGrpSpPr>
          <p:cNvPr id="1921" name="Google Shape;1921;p35"/>
          <p:cNvGrpSpPr/>
          <p:nvPr/>
        </p:nvGrpSpPr>
        <p:grpSpPr>
          <a:xfrm>
            <a:off x="7358250" y="1285575"/>
            <a:ext cx="130200" cy="126125"/>
            <a:chOff x="3935725" y="167575"/>
            <a:chExt cx="130200" cy="126125"/>
          </a:xfrm>
        </p:grpSpPr>
        <p:sp>
          <p:nvSpPr>
            <p:cNvPr id="1922" name="Google Shape;1922;p35"/>
            <p:cNvSpPr/>
            <p:nvPr/>
          </p:nvSpPr>
          <p:spPr>
            <a:xfrm>
              <a:off x="3935725" y="1675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923" name="Google Shape;1923;p35"/>
            <p:cNvSpPr/>
            <p:nvPr/>
          </p:nvSpPr>
          <p:spPr>
            <a:xfrm>
              <a:off x="4000825" y="2017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924" name="Google Shape;1924;p35"/>
            <p:cNvSpPr/>
            <p:nvPr/>
          </p:nvSpPr>
          <p:spPr>
            <a:xfrm>
              <a:off x="3935725" y="237300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925" name="Google Shape;1925;p35"/>
          <p:cNvGrpSpPr/>
          <p:nvPr/>
        </p:nvGrpSpPr>
        <p:grpSpPr>
          <a:xfrm>
            <a:off x="8146817" y="1602437"/>
            <a:ext cx="449076" cy="119073"/>
            <a:chOff x="7108302" y="2550931"/>
            <a:chExt cx="281323" cy="74593"/>
          </a:xfrm>
        </p:grpSpPr>
        <p:sp>
          <p:nvSpPr>
            <p:cNvPr id="1926" name="Google Shape;1926;p35"/>
            <p:cNvSpPr/>
            <p:nvPr/>
          </p:nvSpPr>
          <p:spPr>
            <a:xfrm>
              <a:off x="7347000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7" name="Google Shape;1927;p35"/>
            <p:cNvSpPr/>
            <p:nvPr/>
          </p:nvSpPr>
          <p:spPr>
            <a:xfrm>
              <a:off x="7285195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8" name="Google Shape;1928;p35"/>
            <p:cNvSpPr/>
            <p:nvPr/>
          </p:nvSpPr>
          <p:spPr>
            <a:xfrm>
              <a:off x="7227651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9" name="Google Shape;1929;p35"/>
            <p:cNvSpPr/>
            <p:nvPr/>
          </p:nvSpPr>
          <p:spPr>
            <a:xfrm>
              <a:off x="717010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0" name="Google Shape;1930;p35"/>
            <p:cNvSpPr/>
            <p:nvPr/>
          </p:nvSpPr>
          <p:spPr>
            <a:xfrm>
              <a:off x="7108302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1" name="Google Shape;1931;p35"/>
            <p:cNvSpPr/>
            <p:nvPr/>
          </p:nvSpPr>
          <p:spPr>
            <a:xfrm>
              <a:off x="7347000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2" name="Google Shape;1932;p35"/>
            <p:cNvSpPr/>
            <p:nvPr/>
          </p:nvSpPr>
          <p:spPr>
            <a:xfrm>
              <a:off x="7285195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3" name="Google Shape;1933;p35"/>
            <p:cNvSpPr/>
            <p:nvPr/>
          </p:nvSpPr>
          <p:spPr>
            <a:xfrm>
              <a:off x="7227651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4" name="Google Shape;1934;p35"/>
            <p:cNvSpPr/>
            <p:nvPr/>
          </p:nvSpPr>
          <p:spPr>
            <a:xfrm>
              <a:off x="717010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5" name="Google Shape;1935;p35"/>
            <p:cNvSpPr/>
            <p:nvPr/>
          </p:nvSpPr>
          <p:spPr>
            <a:xfrm>
              <a:off x="7108302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92779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Google Shape;2389;p57"/>
          <p:cNvSpPr txBox="1">
            <a:spLocks noGrp="1"/>
          </p:cNvSpPr>
          <p:nvPr>
            <p:ph type="title"/>
          </p:nvPr>
        </p:nvSpPr>
        <p:spPr>
          <a:xfrm>
            <a:off x="720000" y="445024"/>
            <a:ext cx="7704000" cy="10550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endParaRPr sz="1800" dirty="0"/>
          </a:p>
        </p:txBody>
      </p:sp>
      <p:sp>
        <p:nvSpPr>
          <p:cNvPr id="2390" name="Google Shape;2390;p57"/>
          <p:cNvSpPr/>
          <p:nvPr/>
        </p:nvSpPr>
        <p:spPr>
          <a:xfrm>
            <a:off x="720023" y="1580128"/>
            <a:ext cx="1656300" cy="28299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endParaRPr dirty="0">
              <a:solidFill>
                <a:schemeClr val="tx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391" name="Google Shape;2391;p57"/>
          <p:cNvSpPr/>
          <p:nvPr/>
        </p:nvSpPr>
        <p:spPr>
          <a:xfrm>
            <a:off x="4477325" y="1580226"/>
            <a:ext cx="4401967" cy="1366549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92" name="Google Shape;2392;p57"/>
          <p:cNvSpPr/>
          <p:nvPr/>
        </p:nvSpPr>
        <p:spPr>
          <a:xfrm>
            <a:off x="2598659" y="1143000"/>
            <a:ext cx="1656300" cy="430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000" tIns="91425" rIns="54000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b="1" dirty="0" smtClean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chart</a:t>
            </a:r>
            <a:endParaRPr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3" name="Google Shape;2393;p57"/>
          <p:cNvSpPr/>
          <p:nvPr/>
        </p:nvSpPr>
        <p:spPr>
          <a:xfrm>
            <a:off x="2598682" y="1580217"/>
            <a:ext cx="1656300" cy="5019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394" name="Google Shape;2394;p57"/>
          <p:cNvSpPr/>
          <p:nvPr/>
        </p:nvSpPr>
        <p:spPr>
          <a:xfrm>
            <a:off x="2598600" y="2381621"/>
            <a:ext cx="1656300" cy="5019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395" name="Google Shape;2395;p57"/>
          <p:cNvSpPr/>
          <p:nvPr/>
        </p:nvSpPr>
        <p:spPr>
          <a:xfrm>
            <a:off x="2598600" y="3148608"/>
            <a:ext cx="1656300" cy="5019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396" name="Google Shape;2396;p57"/>
          <p:cNvSpPr/>
          <p:nvPr/>
        </p:nvSpPr>
        <p:spPr>
          <a:xfrm>
            <a:off x="2598600" y="3907875"/>
            <a:ext cx="1656300" cy="5019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398" name="Google Shape;2398;p57"/>
          <p:cNvSpPr/>
          <p:nvPr/>
        </p:nvSpPr>
        <p:spPr>
          <a:xfrm>
            <a:off x="720000" y="1143000"/>
            <a:ext cx="1656300" cy="430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b="1" dirty="0" smtClean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Porblem statement</a:t>
            </a:r>
            <a:endParaRPr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9" name="Google Shape;2399;p57"/>
          <p:cNvSpPr/>
          <p:nvPr/>
        </p:nvSpPr>
        <p:spPr>
          <a:xfrm>
            <a:off x="4477295" y="1143000"/>
            <a:ext cx="4402010" cy="448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b="1" dirty="0" smtClean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Recmondation</a:t>
            </a:r>
            <a:endParaRPr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0" name="Google Shape;2400;p57"/>
          <p:cNvSpPr/>
          <p:nvPr/>
        </p:nvSpPr>
        <p:spPr>
          <a:xfrm>
            <a:off x="4477364" y="3325875"/>
            <a:ext cx="4401941" cy="10839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endParaRPr dirty="0">
              <a:solidFill>
                <a:schemeClr val="tx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2401" name="Google Shape;2401;p57"/>
          <p:cNvSpPr/>
          <p:nvPr/>
        </p:nvSpPr>
        <p:spPr>
          <a:xfrm>
            <a:off x="4477312" y="2946775"/>
            <a:ext cx="4401980" cy="367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b="1" dirty="0" smtClean="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dirty="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02" name="Google Shape;2402;p57"/>
          <p:cNvCxnSpPr>
            <a:stCxn id="2398" idx="3"/>
            <a:endCxn id="2392" idx="1"/>
          </p:cNvCxnSpPr>
          <p:nvPr/>
        </p:nvCxnSpPr>
        <p:spPr>
          <a:xfrm>
            <a:off x="2376300" y="1358400"/>
            <a:ext cx="2223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403" name="Google Shape;2403;p57"/>
          <p:cNvCxnSpPr/>
          <p:nvPr/>
        </p:nvCxnSpPr>
        <p:spPr>
          <a:xfrm>
            <a:off x="4254900" y="1367100"/>
            <a:ext cx="222336" cy="8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404" name="Google Shape;2404;p57"/>
          <p:cNvCxnSpPr>
            <a:stCxn id="2391" idx="2"/>
            <a:endCxn id="2401" idx="0"/>
          </p:cNvCxnSpPr>
          <p:nvPr/>
        </p:nvCxnSpPr>
        <p:spPr>
          <a:xfrm flipH="1">
            <a:off x="6678302" y="2946775"/>
            <a:ext cx="7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ata Analysis Workshop by Slidesgo">
  <a:themeElements>
    <a:clrScheme name="Simple Light">
      <a:dk1>
        <a:srgbClr val="FFFFFF"/>
      </a:dk1>
      <a:lt1>
        <a:srgbClr val="005F71"/>
      </a:lt1>
      <a:dk2>
        <a:srgbClr val="010318"/>
      </a:dk2>
      <a:lt2>
        <a:srgbClr val="00FFFD"/>
      </a:lt2>
      <a:accent1>
        <a:srgbClr val="00CDAB"/>
      </a:accent1>
      <a:accent2>
        <a:srgbClr val="02867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1536</TotalTime>
  <Words>891</Words>
  <Application>Microsoft Office PowerPoint</Application>
  <PresentationFormat>On-screen Show (16:9)</PresentationFormat>
  <Paragraphs>151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Lexend</vt:lpstr>
      <vt:lpstr>Manjari</vt:lpstr>
      <vt:lpstr>Arial</vt:lpstr>
      <vt:lpstr>Calibri</vt:lpstr>
      <vt:lpstr>Data Analysis Workshop by Slidesgo</vt:lpstr>
      <vt:lpstr>Digital payment Transactions</vt:lpstr>
      <vt:lpstr>Contents </vt:lpstr>
      <vt:lpstr>Data Preparation with Power Query</vt:lpstr>
      <vt:lpstr>How We prepare Data for Analysis? </vt:lpstr>
      <vt:lpstr>Process</vt:lpstr>
      <vt:lpstr>Data-Overview</vt:lpstr>
      <vt:lpstr>24.92M</vt:lpstr>
      <vt:lpstr>253.32K</vt:lpstr>
      <vt:lpstr>4.98K</vt:lpstr>
      <vt:lpstr>Data Visualization in Power BI </vt:lpstr>
      <vt:lpstr>PowerPoint Presentation</vt:lpstr>
      <vt:lpstr>Total Revenue by product_category</vt:lpstr>
      <vt:lpstr>Total Revenue by Year and Quarter</vt:lpstr>
      <vt:lpstr>Cashback by Device &amp; Total Fees Collected (by Payment Method)</vt:lpstr>
      <vt:lpstr>Total Revenue by Payment_Method</vt:lpstr>
      <vt:lpstr>Total Revenue by Location Pie Chart</vt:lpstr>
      <vt:lpstr>Count of Location by Product_Category</vt:lpstr>
      <vt:lpstr>Count of Device by Location</vt:lpstr>
      <vt:lpstr>PowerPoint Presentation</vt:lpstr>
      <vt:lpstr>Total Revenue by Merchant_Name</vt:lpstr>
      <vt:lpstr>PowerPoint Presentation</vt:lpstr>
      <vt:lpstr>Total Cashback Paid and Total Fees Collected</vt:lpstr>
      <vt:lpstr>Cashback by Device and Fees Collected</vt:lpstr>
      <vt:lpstr>Total Transaction Count by Status</vt:lpstr>
      <vt:lpstr>Thank You</vt:lpstr>
      <vt:lpstr>Data Analysis to Answer Questions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 Workshop</dc:title>
  <cp:lastModifiedBy>AL AHLAWY</cp:lastModifiedBy>
  <cp:revision>83</cp:revision>
  <dcterms:modified xsi:type="dcterms:W3CDTF">2025-12-07T00:59:57Z</dcterms:modified>
</cp:coreProperties>
</file>